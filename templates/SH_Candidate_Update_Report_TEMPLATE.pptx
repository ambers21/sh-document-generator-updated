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
  </p:notesMasterIdLst>
  <p:sldIdLst>
    <p:sldId id="256" r:id="rId2"/>
    <p:sldId id="260"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E82"/>
    <a:srgbClr val="003399"/>
    <a:srgbClr val="EEEBFB"/>
    <a:srgbClr val="EBEBFF"/>
    <a:srgbClr val="EDDBFF"/>
    <a:srgbClr val="CC99FF"/>
    <a:srgbClr val="2123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11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018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D6B"/>
        </a:solidFill>
        <a:effectLst/>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3810">
            <a:solidFill>
              <a:srgbClr val="FFFFFF">
                <a:alpha val="12000"/>
              </a:srgbClr>
            </a:solidFill>
            <a:prstDash val="solid"/>
          </a:ln>
        </p:spPr>
        <p:txBody>
          <a:bodyPr/>
          <a:lstStyle/>
          <a:p>
            <a:endParaRPr lang="en-IN"/>
          </a:p>
        </p:txBody>
      </p:sp>
      <p:sp>
        <p:nvSpPr>
          <p:cNvPr id="9" name="Shape 7"/>
          <p:cNvSpPr/>
          <p:nvPr/>
        </p:nvSpPr>
        <p:spPr>
          <a:xfrm>
            <a:off x="0" y="6848856"/>
            <a:ext cx="12188952" cy="0"/>
          </a:xfrm>
          <a:prstGeom prst="line">
            <a:avLst/>
          </a:prstGeom>
          <a:noFill/>
          <a:ln w="3810">
            <a:solidFill>
              <a:srgbClr val="FFFFFF">
                <a:alpha val="12000"/>
              </a:srgbClr>
            </a:solidFill>
            <a:prstDash val="solid"/>
          </a:ln>
        </p:spPr>
        <p:txBody>
          <a:bodyPr/>
          <a:lstStyle/>
          <a:p>
            <a:endParaRPr lang="en-IN"/>
          </a:p>
        </p:txBody>
      </p:sp>
      <p:sp>
        <p:nvSpPr>
          <p:cNvPr id="28" name="Shape 11">
            <a:extLst>
              <a:ext uri="{FF2B5EF4-FFF2-40B4-BE49-F238E27FC236}">
                <a16:creationId xmlns:a16="http://schemas.microsoft.com/office/drawing/2014/main" id="{51147261-502D-F2E1-F8CB-67283DEC82A6}"/>
              </a:ext>
            </a:extLst>
          </p:cNvPr>
          <p:cNvSpPr/>
          <p:nvPr/>
        </p:nvSpPr>
        <p:spPr>
          <a:xfrm>
            <a:off x="541337" y="3751258"/>
            <a:ext cx="538480" cy="0"/>
          </a:xfrm>
          <a:prstGeom prst="line">
            <a:avLst/>
          </a:prstGeom>
          <a:noFill/>
          <a:ln w="38100">
            <a:solidFill>
              <a:srgbClr val="00B0F0"/>
            </a:solidFill>
            <a:prstDash val="solid"/>
          </a:ln>
        </p:spPr>
        <p:txBody>
          <a:bodyPr/>
          <a:lstStyle/>
          <a:p>
            <a:pPr algn="ctr"/>
            <a:endParaRPr lang="en-IN" dirty="0"/>
          </a:p>
        </p:txBody>
      </p:sp>
      <p:sp>
        <p:nvSpPr>
          <p:cNvPr id="34" name="TextBox 33">
            <a:extLst>
              <a:ext uri="{FF2B5EF4-FFF2-40B4-BE49-F238E27FC236}">
                <a16:creationId xmlns:a16="http://schemas.microsoft.com/office/drawing/2014/main" id="{C6D5F256-5C09-FED0-CCB7-C61E8EDF62AC}"/>
              </a:ext>
            </a:extLst>
          </p:cNvPr>
          <p:cNvSpPr txBox="1"/>
          <p:nvPr/>
        </p:nvSpPr>
        <p:spPr>
          <a:xfrm>
            <a:off x="541337" y="4302296"/>
            <a:ext cx="3297554" cy="914400"/>
          </a:xfrm>
          <a:prstGeom prst="rect">
            <a:avLst/>
          </a:prstGeom>
          <a:noFill/>
        </p:spPr>
        <p:txBody>
          <a:bodyPr wrap="none" lIns="0" tIns="0" rIns="0" bIns="0" rtlCol="0" anchor="t">
            <a:noAutofit/>
          </a:bodyPr>
          <a:lstStyle/>
          <a:p>
            <a:r>
              <a:rPr lang="en-GB" sz="1200" b="1" dirty="0">
                <a:solidFill>
                  <a:srgbClr val="27C3F3"/>
                </a:solidFill>
                <a:latin typeface="Raleway"/>
                <a:cs typeface="Algerian" panose="020F0502020204030204" pitchFamily="34" charset="0"/>
              </a:rPr>
              <a:t>Presented by:</a:t>
            </a:r>
          </a:p>
          <a:p>
            <a:endParaRPr lang="en-GB" sz="1200" dirty="0">
              <a:solidFill>
                <a:srgbClr val="FFFFFF"/>
              </a:solidFill>
              <a:latin typeface="Raleway" pitchFamily="2" charset="77"/>
              <a:cs typeface="Algerian" panose="020F0502020204030204" pitchFamily="34" charset="0"/>
            </a:endParaRPr>
          </a:p>
          <a:p>
            <a:r>
              <a:rPr lang="en-GB" sz="1200" dirty="0">
                <a:solidFill>
                  <a:srgbClr val="FFFFFF"/>
                </a:solidFill>
                <a:latin typeface="Raleway"/>
                <a:cs typeface="Algerian" panose="020F0502020204030204" pitchFamily="34" charset="0"/>
              </a:rPr>
              <a:t>[Consultant Name, Title]</a:t>
            </a:r>
            <a:r>
              <a:rPr lang="en-US" sz="1200" dirty="0">
                <a:solidFill>
                  <a:srgbClr val="FFFFFF"/>
                </a:solidFill>
                <a:latin typeface="Raleway"/>
                <a:cs typeface="Algerian" panose="020F0502020204030204" pitchFamily="34" charset="0"/>
              </a:rPr>
              <a:t>[Practice]</a:t>
            </a:r>
            <a:endParaRPr lang="en-GB" dirty="0">
              <a:solidFill>
                <a:srgbClr val="222229"/>
              </a:solidFill>
              <a:latin typeface="Raleway"/>
            </a:endParaRPr>
          </a:p>
          <a:p>
            <a:r>
              <a:rPr lang="en-GB" sz="1200" dirty="0">
                <a:solidFill>
                  <a:srgbClr val="FFFFFF"/>
                </a:solidFill>
                <a:latin typeface="Raleway"/>
                <a:cs typeface="Algerian" panose="020F0502020204030204" pitchFamily="34" charset="0"/>
              </a:rPr>
              <a:t>[Consultant 2 Name, Title]</a:t>
            </a:r>
            <a:endParaRPr lang="en-GB" dirty="0">
              <a:solidFill>
                <a:srgbClr val="222229"/>
              </a:solidFill>
              <a:latin typeface="Raleway"/>
            </a:endParaRPr>
          </a:p>
          <a:p>
            <a:endParaRPr lang="en-GB" dirty="0">
              <a:solidFill>
                <a:srgbClr val="222229"/>
              </a:solidFill>
              <a:latin typeface="Raleway"/>
            </a:endParaRPr>
          </a:p>
          <a:p>
            <a:endParaRPr lang="en-GB" sz="1200" dirty="0">
              <a:solidFill>
                <a:srgbClr val="FFFFFF"/>
              </a:solidFill>
              <a:latin typeface="Raleway" pitchFamily="2" charset="77"/>
              <a:cs typeface="Algerian" panose="020F0502020204030204" pitchFamily="34" charset="0"/>
            </a:endParaRPr>
          </a:p>
        </p:txBody>
      </p:sp>
      <p:sp>
        <p:nvSpPr>
          <p:cNvPr id="35" name="Title 2">
            <a:extLst>
              <a:ext uri="{FF2B5EF4-FFF2-40B4-BE49-F238E27FC236}">
                <a16:creationId xmlns:a16="http://schemas.microsoft.com/office/drawing/2014/main" id="{FC9A267E-9F4B-97FA-45C7-7554FBE3EB8E}"/>
              </a:ext>
            </a:extLst>
          </p:cNvPr>
          <p:cNvSpPr txBox="1">
            <a:spLocks/>
          </p:cNvSpPr>
          <p:nvPr/>
        </p:nvSpPr>
        <p:spPr>
          <a:xfrm>
            <a:off x="541337" y="894182"/>
            <a:ext cx="6011863" cy="593041"/>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4000" b="0" i="0" kern="1200">
                <a:solidFill>
                  <a:schemeClr val="bg1"/>
                </a:solidFill>
                <a:latin typeface="Raleway ExtraLight"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ExtraLight"/>
                <a:ea typeface="+mj-ea"/>
                <a:cs typeface="+mj-cs"/>
              </a:rPr>
              <a:t>[Client Name]</a:t>
            </a:r>
            <a:endParaRPr kumimoji="0" lang="en-GB" sz="3600" b="1" i="0" u="none" strike="noStrike" kern="1200" cap="none" spc="0" normalizeH="0" baseline="0" noProof="0" dirty="0">
              <a:ln>
                <a:noFill/>
              </a:ln>
              <a:solidFill>
                <a:srgbClr val="FFFFFF"/>
              </a:solidFill>
              <a:effectLst/>
              <a:uLnTx/>
              <a:uFillTx/>
              <a:latin typeface="Raleway ExtraLight" pitchFamily="2" charset="77"/>
              <a:ea typeface="+mj-ea"/>
              <a:cs typeface="+mj-cs"/>
            </a:endParaRPr>
          </a:p>
        </p:txBody>
      </p:sp>
      <p:sp>
        <p:nvSpPr>
          <p:cNvPr id="36" name="Subtitle 3">
            <a:extLst>
              <a:ext uri="{FF2B5EF4-FFF2-40B4-BE49-F238E27FC236}">
                <a16:creationId xmlns:a16="http://schemas.microsoft.com/office/drawing/2014/main" id="{F0594D66-D29D-AD59-60DD-E278EF0C086E}"/>
              </a:ext>
            </a:extLst>
          </p:cNvPr>
          <p:cNvSpPr txBox="1">
            <a:spLocks/>
          </p:cNvSpPr>
          <p:nvPr/>
        </p:nvSpPr>
        <p:spPr>
          <a:xfrm>
            <a:off x="541337" y="1733706"/>
            <a:ext cx="5446710" cy="593040"/>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lang="en-GB" sz="1600" b="0" i="0" kern="1200" spc="0">
                <a:solidFill>
                  <a:schemeClr val="bg1"/>
                </a:solidFill>
                <a:effectLst/>
                <a:latin typeface="Raleway Medium" pitchFamily="2" charset="77"/>
                <a:ea typeface="+mn-ea"/>
                <a:cs typeface="+mn-cs"/>
              </a:defRPr>
            </a:lvl1pPr>
            <a:lvl2pPr marL="457200" indent="0" algn="ctr" defTabSz="914400" rtl="0" eaLnBrk="1" latinLnBrk="0" hangingPunct="1">
              <a:lnSpc>
                <a:spcPct val="100000"/>
              </a:lnSpc>
              <a:spcBef>
                <a:spcPts val="500"/>
              </a:spcBef>
              <a:buFont typeface="Arial" panose="020B0604020202020204" pitchFamily="34" charset="0"/>
              <a:buNone/>
              <a:defRPr lang="en-GB" sz="2000" b="1" i="0" kern="1200">
                <a:solidFill>
                  <a:schemeClr val="tx2"/>
                </a:solidFill>
                <a:latin typeface="Raleway" pitchFamily="2" charset="77"/>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lang="en-GB" sz="1800" b="0" i="0" kern="1200">
                <a:solidFill>
                  <a:schemeClr val="tx2"/>
                </a:solidFill>
                <a:latin typeface="Raleway Medium" pitchFamily="2" charset="77"/>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Raleway Medium" pitchFamily="2" charset="77"/>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b="1" i="0" kern="1200" spc="150" baseline="0">
                <a:solidFill>
                  <a:schemeClr val="tx2"/>
                </a:solidFill>
                <a:latin typeface="Raleway Black"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600" b="0" i="0" u="none" strike="noStrike" kern="1200" cap="none" spc="0" normalizeH="0" baseline="0" noProof="0" dirty="0">
                <a:ln>
                  <a:noFill/>
                </a:ln>
                <a:solidFill>
                  <a:srgbClr val="FFFFFF"/>
                </a:solidFill>
                <a:effectLst/>
                <a:uLnTx/>
                <a:uFillTx/>
                <a:latin typeface="Raleway Medium"/>
                <a:ea typeface="+mn-ea"/>
                <a:cs typeface="+mn-cs"/>
              </a:rPr>
              <a:t>[Role / Report Title]</a:t>
            </a:r>
            <a:endParaRPr kumimoji="0" lang="en-IN" sz="1600" b="0" i="0" u="none" strike="noStrike" kern="1200" cap="none" spc="0" normalizeH="0" baseline="0" noProof="0" dirty="0">
              <a:ln>
                <a:noFill/>
              </a:ln>
              <a:solidFill>
                <a:srgbClr val="FFFFFF"/>
              </a:solidFill>
              <a:effectLst/>
              <a:uLnTx/>
              <a:uFillTx/>
              <a:latin typeface="Raleway Medium" pitchFamily="2" charset="77"/>
              <a:ea typeface="+mn-ea"/>
              <a:cs typeface="+mn-cs"/>
            </a:endParaRPr>
          </a:p>
        </p:txBody>
      </p:sp>
      <p:sp>
        <p:nvSpPr>
          <p:cNvPr id="37" name="TextBox 36">
            <a:extLst>
              <a:ext uri="{FF2B5EF4-FFF2-40B4-BE49-F238E27FC236}">
                <a16:creationId xmlns:a16="http://schemas.microsoft.com/office/drawing/2014/main" id="{D48FED9B-932B-0FF9-F87B-A13DB75FE56C}"/>
              </a:ext>
            </a:extLst>
          </p:cNvPr>
          <p:cNvSpPr txBox="1"/>
          <p:nvPr/>
        </p:nvSpPr>
        <p:spPr>
          <a:xfrm>
            <a:off x="457200" y="2321004"/>
            <a:ext cx="6096000" cy="1107996"/>
          </a:xfrm>
          <a:prstGeom prst="rect">
            <a:avLst/>
          </a:prstGeom>
          <a:noFill/>
        </p:spPr>
        <p:txBody>
          <a:bodyPr wrap="square">
            <a:spAutoFit/>
          </a:bodyPr>
          <a:lstStyle/>
          <a:p>
            <a:endParaRPr lang="en-US" sz="1400" b="1" dirty="0">
              <a:solidFill>
                <a:srgbClr val="FFFFFF"/>
              </a:solidFill>
              <a:latin typeface="Raleway"/>
            </a:endParaRPr>
          </a:p>
          <a:p>
            <a:pPr>
              <a:defRPr/>
            </a:pPr>
            <a:r>
              <a:rPr lang="en-US" sz="1200" b="1" dirty="0">
                <a:solidFill>
                  <a:srgbClr val="27C3F3"/>
                </a:solidFill>
                <a:latin typeface="Raleway"/>
              </a:rPr>
              <a:t>Presented to:</a:t>
            </a:r>
          </a:p>
          <a:p>
            <a:pPr>
              <a:defRPr/>
            </a:pPr>
            <a:endParaRPr lang="en-US" sz="1600" dirty="0">
              <a:solidFill>
                <a:srgbClr val="EA963E"/>
              </a:solidFill>
              <a:latin typeface="Raleway"/>
            </a:endParaRPr>
          </a:p>
          <a:p>
            <a:pPr>
              <a:defRPr/>
            </a:pPr>
            <a:r>
              <a:rPr lang="en-US" sz="1200" dirty="0">
                <a:solidFill>
                  <a:srgbClr val="FFFFFF"/>
                </a:solidFill>
                <a:latin typeface="Raleway"/>
              </a:rPr>
              <a:t>[Name, Title]</a:t>
            </a:r>
          </a:p>
          <a:p>
            <a:pPr>
              <a:defRPr/>
            </a:pPr>
            <a:r>
              <a:rPr lang="en-US" sz="1200" dirty="0">
                <a:solidFill>
                  <a:srgbClr val="FFFFFF"/>
                </a:solidFill>
                <a:latin typeface="Raleway"/>
              </a:rPr>
              <a:t>[Name, Title]</a:t>
            </a:r>
          </a:p>
        </p:txBody>
      </p:sp>
      <p:sp>
        <p:nvSpPr>
          <p:cNvPr id="38" name="TextBox 37">
            <a:extLst>
              <a:ext uri="{FF2B5EF4-FFF2-40B4-BE49-F238E27FC236}">
                <a16:creationId xmlns:a16="http://schemas.microsoft.com/office/drawing/2014/main" id="{5668BF5C-3F5C-A874-2263-AC6E5FC17C7A}"/>
              </a:ext>
            </a:extLst>
          </p:cNvPr>
          <p:cNvSpPr txBox="1"/>
          <p:nvPr/>
        </p:nvSpPr>
        <p:spPr>
          <a:xfrm>
            <a:off x="458876" y="5316221"/>
            <a:ext cx="1277560" cy="276999"/>
          </a:xfrm>
          <a:prstGeom prst="rect">
            <a:avLst/>
          </a:prstGeom>
          <a:noFill/>
        </p:spPr>
        <p:txBody>
          <a:bodyPr wrap="square">
            <a:spAutoFit/>
          </a:bodyPr>
          <a:lstStyle/>
          <a:p>
            <a:r>
              <a:rPr lang="en-GB" sz="1200" dirty="0">
                <a:solidFill>
                  <a:srgbClr val="FFFFFF"/>
                </a:solidFill>
                <a:latin typeface="Raleway"/>
              </a:rPr>
              <a:t>[DD.MM.YYYY]</a:t>
            </a:r>
            <a:endParaRPr lang="en-IN" sz="1200" dirty="0">
              <a:solidFill>
                <a:srgbClr val="FFFFFF"/>
              </a:solidFill>
              <a:latin typeface="Raleway"/>
            </a:endParaRPr>
          </a:p>
        </p:txBody>
      </p:sp>
      <p:pic>
        <p:nvPicPr>
          <p:cNvPr id="4" name="Picture 3">
            <a:extLst>
              <a:ext uri="{FF2B5EF4-FFF2-40B4-BE49-F238E27FC236}">
                <a16:creationId xmlns:a16="http://schemas.microsoft.com/office/drawing/2014/main" id="{FC8FDEFC-E471-5362-E7FC-71CAFAF2A0C6}"/>
              </a:ext>
            </a:extLst>
          </p:cNvPr>
          <p:cNvPicPr>
            <a:picLocks noChangeAspect="1"/>
          </p:cNvPicPr>
          <p:nvPr/>
        </p:nvPicPr>
        <p:blipFill>
          <a:blip r:embed="rId3"/>
          <a:srcRect l="20221" t="-134" r="12207"/>
          <a:stretch>
            <a:fillRect/>
          </a:stretch>
        </p:blipFill>
        <p:spPr>
          <a:xfrm>
            <a:off x="5874327" y="-9145"/>
            <a:ext cx="6317673" cy="68580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38582" y="761695"/>
            <a:ext cx="11107217" cy="573329"/>
          </a:xfrm>
          <a:prstGeom prst="rect">
            <a:avLst/>
          </a:prstGeom>
          <a:noFill/>
          <a:ln/>
        </p:spPr>
        <p:txBody>
          <a:bodyPr wrap="square" lIns="0" tIns="0" rIns="0" bIns="0" rtlCol="0" anchor="ctr"/>
          <a:lstStyle/>
          <a:p>
            <a:pPr marL="0" indent="0">
              <a:buNone/>
            </a:pPr>
            <a:r>
              <a:rPr lang="en-US" sz="2400" dirty="0">
                <a:solidFill>
                  <a:srgbClr val="2C2E82"/>
                </a:solidFill>
                <a:latin typeface="Raleway" pitchFamily="2" charset="0"/>
                <a:ea typeface="Arial" pitchFamily="34" charset="-122"/>
                <a:cs typeface="Arial" pitchFamily="34" charset="-120"/>
              </a:rPr>
              <a:t>Candidates in process with SH</a:t>
            </a:r>
            <a:endParaRPr lang="en-US" sz="2400" dirty="0">
              <a:latin typeface="Raleway" pitchFamily="2" charset="0"/>
            </a:endParaRPr>
          </a:p>
        </p:txBody>
      </p:sp>
      <p:sp>
        <p:nvSpPr>
          <p:cNvPr id="4" name="Shape 2"/>
          <p:cNvSpPr/>
          <p:nvPr/>
        </p:nvSpPr>
        <p:spPr>
          <a:xfrm>
            <a:off x="543154" y="1425550"/>
            <a:ext cx="511150" cy="35662"/>
          </a:xfrm>
          <a:prstGeom prst="rect">
            <a:avLst/>
          </a:prstGeom>
          <a:solidFill>
            <a:srgbClr val="27C3F3"/>
          </a:solidFill>
          <a:ln w="12700">
            <a:solidFill>
              <a:srgbClr val="27C3F3"/>
            </a:solidFill>
            <a:prstDash val="solid"/>
          </a:ln>
        </p:spPr>
        <p:txBody>
          <a:bodyPr/>
          <a:lstStyle/>
          <a:p>
            <a:endParaRPr lang="en-IN"/>
          </a:p>
        </p:txBody>
      </p:sp>
      <p:graphicFrame>
        <p:nvGraphicFramePr>
          <p:cNvPr id="5" name="Table 0"/>
          <p:cNvGraphicFramePr>
            <a:graphicFrameLocks noGrp="1"/>
          </p:cNvGraphicFramePr>
          <p:nvPr>
            <p:extLst>
              <p:ext uri="{D42A27DB-BD31-4B8C-83A1-F6EECF244321}">
                <p14:modId xmlns:p14="http://schemas.microsoft.com/office/powerpoint/2010/main" val="1164951325"/>
              </p:ext>
            </p:extLst>
          </p:nvPr>
        </p:nvGraphicFramePr>
        <p:xfrm>
          <a:off x="538582" y="1663294"/>
          <a:ext cx="11107217" cy="4566518"/>
        </p:xfrm>
        <a:graphic>
          <a:graphicData uri="http://schemas.openxmlformats.org/drawingml/2006/table">
            <a:tbl>
              <a:tblPr/>
              <a:tblGrid>
                <a:gridCol w="573329">
                  <a:extLst>
                    <a:ext uri="{9D8B030D-6E8A-4147-A177-3AD203B41FA5}">
                      <a16:colId xmlns:a16="http://schemas.microsoft.com/office/drawing/2014/main" val="20000"/>
                    </a:ext>
                  </a:extLst>
                </a:gridCol>
                <a:gridCol w="1915668">
                  <a:extLst>
                    <a:ext uri="{9D8B030D-6E8A-4147-A177-3AD203B41FA5}">
                      <a16:colId xmlns:a16="http://schemas.microsoft.com/office/drawing/2014/main" val="20001"/>
                    </a:ext>
                  </a:extLst>
                </a:gridCol>
                <a:gridCol w="1712671">
                  <a:extLst>
                    <a:ext uri="{9D8B030D-6E8A-4147-A177-3AD203B41FA5}">
                      <a16:colId xmlns:a16="http://schemas.microsoft.com/office/drawing/2014/main" val="20002"/>
                    </a:ext>
                  </a:extLst>
                </a:gridCol>
                <a:gridCol w="4027018">
                  <a:extLst>
                    <a:ext uri="{9D8B030D-6E8A-4147-A177-3AD203B41FA5}">
                      <a16:colId xmlns:a16="http://schemas.microsoft.com/office/drawing/2014/main" val="20003"/>
                    </a:ext>
                  </a:extLst>
                </a:gridCol>
                <a:gridCol w="2878531">
                  <a:extLst>
                    <a:ext uri="{9D8B030D-6E8A-4147-A177-3AD203B41FA5}">
                      <a16:colId xmlns:a16="http://schemas.microsoft.com/office/drawing/2014/main" val="20004"/>
                    </a:ext>
                  </a:extLst>
                </a:gridCol>
              </a:tblGrid>
              <a:tr h="415138">
                <a:tc>
                  <a:txBody>
                    <a:bodyPr/>
                    <a:lstStyle/>
                    <a:p>
                      <a:pPr marL="0" indent="0" algn="ctr">
                        <a:buNone/>
                      </a:pPr>
                      <a:r>
                        <a:rPr lang="en-US" sz="1100" b="1" dirty="0">
                          <a:solidFill>
                            <a:srgbClr val="FFFFFF"/>
                          </a:solidFill>
                          <a:latin typeface="Raleway" pitchFamily="2" charset="0"/>
                          <a:ea typeface="Arial" pitchFamily="34" charset="-122"/>
                          <a:cs typeface="Arial" pitchFamily="34" charset="-120"/>
                        </a:rPr>
                        <a:t>S No.</a:t>
                      </a:r>
                      <a:endParaRPr lang="en-US" sz="1100" dirty="0">
                        <a:latin typeface="Raleway" pitchFamily="2" charset="0"/>
                        <a:ea typeface="Arial" charset="0"/>
                        <a:cs typeface="Arial" charset="0"/>
                      </a:endParaRPr>
                    </a:p>
                  </a:txBody>
                  <a:tcPr anchor="ctr">
                    <a:lnL w="0" cap="flat" cmpd="sng" algn="ctr">
                      <a:solidFill>
                        <a:srgbClr val="2C2E82"/>
                      </a:solidFill>
                      <a:prstDash val="solid"/>
                      <a:round/>
                      <a:headEnd type="none" w="med" len="med"/>
                      <a:tailEnd type="none" w="med" len="med"/>
                    </a:lnL>
                    <a:lnR w="0" cap="flat" cmpd="sng" algn="ctr">
                      <a:solidFill>
                        <a:srgbClr val="2C2E82"/>
                      </a:solidFill>
                      <a:prstDash val="solid"/>
                      <a:round/>
                      <a:headEnd type="none" w="med" len="med"/>
                      <a:tailEnd type="none" w="med" len="med"/>
                    </a:lnR>
                    <a:lnT w="0" cap="flat" cmpd="sng" algn="ctr">
                      <a:solidFill>
                        <a:srgbClr val="2C2E82"/>
                      </a:solidFill>
                      <a:prstDash val="solid"/>
                      <a:round/>
                      <a:headEnd type="none" w="med" len="med"/>
                      <a:tailEnd type="none" w="med" len="med"/>
                    </a:lnT>
                    <a:lnB w="0" cap="flat" cmpd="sng" algn="ctr">
                      <a:solidFill>
                        <a:srgbClr val="2C2E82"/>
                      </a:solidFill>
                      <a:prstDash val="solid"/>
                      <a:round/>
                      <a:headEnd type="none" w="med" len="med"/>
                      <a:tailEnd type="none" w="med" len="med"/>
                    </a:lnB>
                    <a:solidFill>
                      <a:srgbClr val="2C2E82"/>
                    </a:solidFill>
                  </a:tcPr>
                </a:tc>
                <a:tc>
                  <a:txBody>
                    <a:bodyPr/>
                    <a:lstStyle/>
                    <a:p>
                      <a:pPr marL="0" indent="0" algn="l">
                        <a:buNone/>
                      </a:pPr>
                      <a:r>
                        <a:rPr lang="en-US" sz="1100" b="1" dirty="0">
                          <a:solidFill>
                            <a:srgbClr val="FFFFFF"/>
                          </a:solidFill>
                          <a:latin typeface="Raleway" pitchFamily="2" charset="0"/>
                          <a:ea typeface="Arial" pitchFamily="34" charset="-122"/>
                          <a:cs typeface="Arial" pitchFamily="34" charset="-120"/>
                        </a:rPr>
                        <a:t>Candidate</a:t>
                      </a:r>
                      <a:endParaRPr lang="en-US" sz="1100" dirty="0">
                        <a:latin typeface="Raleway" pitchFamily="2" charset="0"/>
                        <a:ea typeface="Arial" charset="0"/>
                        <a:cs typeface="Arial" charset="0"/>
                      </a:endParaRPr>
                    </a:p>
                  </a:txBody>
                  <a:tcPr anchor="ctr">
                    <a:lnL w="0" cap="flat" cmpd="sng" algn="ctr">
                      <a:solidFill>
                        <a:srgbClr val="2C2E82"/>
                      </a:solidFill>
                      <a:prstDash val="solid"/>
                      <a:round/>
                      <a:headEnd type="none" w="med" len="med"/>
                      <a:tailEnd type="none" w="med" len="med"/>
                    </a:lnL>
                    <a:lnR w="0" cap="flat" cmpd="sng" algn="ctr">
                      <a:solidFill>
                        <a:srgbClr val="2C2E82"/>
                      </a:solidFill>
                      <a:prstDash val="solid"/>
                      <a:round/>
                      <a:headEnd type="none" w="med" len="med"/>
                      <a:tailEnd type="none" w="med" len="med"/>
                    </a:lnR>
                    <a:lnT w="0" cap="flat" cmpd="sng" algn="ctr">
                      <a:solidFill>
                        <a:srgbClr val="2C2E82"/>
                      </a:solidFill>
                      <a:prstDash val="solid"/>
                      <a:round/>
                      <a:headEnd type="none" w="med" len="med"/>
                      <a:tailEnd type="none" w="med" len="med"/>
                    </a:lnT>
                    <a:lnB w="0" cap="flat" cmpd="sng" algn="ctr">
                      <a:solidFill>
                        <a:srgbClr val="2C2E82"/>
                      </a:solidFill>
                      <a:prstDash val="solid"/>
                      <a:round/>
                      <a:headEnd type="none" w="med" len="med"/>
                      <a:tailEnd type="none" w="med" len="med"/>
                    </a:lnB>
                    <a:solidFill>
                      <a:srgbClr val="2C2E82"/>
                    </a:solidFill>
                  </a:tcPr>
                </a:tc>
                <a:tc>
                  <a:txBody>
                    <a:bodyPr/>
                    <a:lstStyle/>
                    <a:p>
                      <a:pPr marL="0" indent="0" algn="l">
                        <a:buNone/>
                      </a:pPr>
                      <a:r>
                        <a:rPr lang="en-US" sz="1100" b="1" dirty="0">
                          <a:solidFill>
                            <a:srgbClr val="FFFFFF"/>
                          </a:solidFill>
                          <a:latin typeface="Raleway" pitchFamily="2" charset="0"/>
                          <a:ea typeface="Arial" pitchFamily="34" charset="-122"/>
                          <a:cs typeface="Arial" pitchFamily="34" charset="-120"/>
                        </a:rPr>
                        <a:t>Company</a:t>
                      </a:r>
                      <a:endParaRPr lang="en-US" sz="1100" dirty="0">
                        <a:latin typeface="Raleway" pitchFamily="2" charset="0"/>
                        <a:ea typeface="Arial" charset="0"/>
                        <a:cs typeface="Arial" charset="0"/>
                      </a:endParaRPr>
                    </a:p>
                  </a:txBody>
                  <a:tcPr anchor="ctr">
                    <a:lnL w="0" cap="flat" cmpd="sng" algn="ctr">
                      <a:solidFill>
                        <a:srgbClr val="2C2E82"/>
                      </a:solidFill>
                      <a:prstDash val="solid"/>
                      <a:round/>
                      <a:headEnd type="none" w="med" len="med"/>
                      <a:tailEnd type="none" w="med" len="med"/>
                    </a:lnL>
                    <a:lnR w="0" cap="flat" cmpd="sng" algn="ctr">
                      <a:solidFill>
                        <a:srgbClr val="2C2E82"/>
                      </a:solidFill>
                      <a:prstDash val="solid"/>
                      <a:round/>
                      <a:headEnd type="none" w="med" len="med"/>
                      <a:tailEnd type="none" w="med" len="med"/>
                    </a:lnR>
                    <a:lnT w="0" cap="flat" cmpd="sng" algn="ctr">
                      <a:solidFill>
                        <a:srgbClr val="2C2E82"/>
                      </a:solidFill>
                      <a:prstDash val="solid"/>
                      <a:round/>
                      <a:headEnd type="none" w="med" len="med"/>
                      <a:tailEnd type="none" w="med" len="med"/>
                    </a:lnT>
                    <a:lnB w="0" cap="flat" cmpd="sng" algn="ctr">
                      <a:solidFill>
                        <a:srgbClr val="2C2E82"/>
                      </a:solidFill>
                      <a:prstDash val="solid"/>
                      <a:round/>
                      <a:headEnd type="none" w="med" len="med"/>
                      <a:tailEnd type="none" w="med" len="med"/>
                    </a:lnB>
                    <a:solidFill>
                      <a:srgbClr val="2C2E82"/>
                    </a:solidFill>
                  </a:tcPr>
                </a:tc>
                <a:tc>
                  <a:txBody>
                    <a:bodyPr/>
                    <a:lstStyle/>
                    <a:p>
                      <a:pPr marL="0" indent="0" algn="l">
                        <a:buNone/>
                      </a:pPr>
                      <a:r>
                        <a:rPr lang="en-US" sz="1100" b="1" dirty="0">
                          <a:solidFill>
                            <a:srgbClr val="FFFFFF"/>
                          </a:solidFill>
                          <a:latin typeface="Raleway" pitchFamily="2" charset="0"/>
                          <a:ea typeface="Arial" pitchFamily="34" charset="-122"/>
                          <a:cs typeface="Arial" pitchFamily="34" charset="-120"/>
                        </a:rPr>
                        <a:t>Title</a:t>
                      </a:r>
                      <a:endParaRPr lang="en-US" sz="1100" dirty="0">
                        <a:latin typeface="Raleway" pitchFamily="2" charset="0"/>
                        <a:ea typeface="Arial" charset="0"/>
                        <a:cs typeface="Arial" charset="0"/>
                      </a:endParaRPr>
                    </a:p>
                  </a:txBody>
                  <a:tcPr anchor="ctr">
                    <a:lnL w="0" cap="flat" cmpd="sng" algn="ctr">
                      <a:solidFill>
                        <a:srgbClr val="2C2E82"/>
                      </a:solidFill>
                      <a:prstDash val="solid"/>
                      <a:round/>
                      <a:headEnd type="none" w="med" len="med"/>
                      <a:tailEnd type="none" w="med" len="med"/>
                    </a:lnL>
                    <a:lnR w="0" cap="flat" cmpd="sng" algn="ctr">
                      <a:solidFill>
                        <a:srgbClr val="2C2E82"/>
                      </a:solidFill>
                      <a:prstDash val="solid"/>
                      <a:round/>
                      <a:headEnd type="none" w="med" len="med"/>
                      <a:tailEnd type="none" w="med" len="med"/>
                    </a:lnR>
                    <a:lnT w="0" cap="flat" cmpd="sng" algn="ctr">
                      <a:solidFill>
                        <a:srgbClr val="2C2E82"/>
                      </a:solidFill>
                      <a:prstDash val="solid"/>
                      <a:round/>
                      <a:headEnd type="none" w="med" len="med"/>
                      <a:tailEnd type="none" w="med" len="med"/>
                    </a:lnT>
                    <a:lnB w="0" cap="flat" cmpd="sng" algn="ctr">
                      <a:solidFill>
                        <a:srgbClr val="2C2E82"/>
                      </a:solidFill>
                      <a:prstDash val="solid"/>
                      <a:round/>
                      <a:headEnd type="none" w="med" len="med"/>
                      <a:tailEnd type="none" w="med" len="med"/>
                    </a:lnB>
                    <a:solidFill>
                      <a:srgbClr val="2C2E82"/>
                    </a:solidFill>
                  </a:tcPr>
                </a:tc>
                <a:tc>
                  <a:txBody>
                    <a:bodyPr/>
                    <a:lstStyle/>
                    <a:p>
                      <a:pPr marL="0" indent="0" algn="l">
                        <a:buNone/>
                      </a:pPr>
                      <a:r>
                        <a:rPr lang="en-US" sz="1100" b="1" dirty="0">
                          <a:solidFill>
                            <a:srgbClr val="FFFFFF"/>
                          </a:solidFill>
                          <a:latin typeface="Raleway" pitchFamily="2" charset="0"/>
                          <a:ea typeface="Arial" pitchFamily="34" charset="-122"/>
                          <a:cs typeface="Arial" pitchFamily="34" charset="-120"/>
                        </a:rPr>
                        <a:t>Status</a:t>
                      </a:r>
                      <a:endParaRPr lang="en-US" sz="1100" dirty="0">
                        <a:latin typeface="Raleway" pitchFamily="2" charset="0"/>
                        <a:ea typeface="Arial" charset="0"/>
                        <a:cs typeface="Arial" charset="0"/>
                      </a:endParaRPr>
                    </a:p>
                  </a:txBody>
                  <a:tcPr anchor="ctr">
                    <a:lnL w="0" cap="flat" cmpd="sng" algn="ctr">
                      <a:solidFill>
                        <a:srgbClr val="2C2E82"/>
                      </a:solidFill>
                      <a:prstDash val="solid"/>
                      <a:round/>
                      <a:headEnd type="none" w="med" len="med"/>
                      <a:tailEnd type="none" w="med" len="med"/>
                    </a:lnL>
                    <a:lnR w="0" cap="flat" cmpd="sng" algn="ctr">
                      <a:solidFill>
                        <a:srgbClr val="2C2E82"/>
                      </a:solidFill>
                      <a:prstDash val="solid"/>
                      <a:round/>
                      <a:headEnd type="none" w="med" len="med"/>
                      <a:tailEnd type="none" w="med" len="med"/>
                    </a:lnR>
                    <a:lnT w="0" cap="flat" cmpd="sng" algn="ctr">
                      <a:solidFill>
                        <a:srgbClr val="2C2E82"/>
                      </a:solidFill>
                      <a:prstDash val="solid"/>
                      <a:round/>
                      <a:headEnd type="none" w="med" len="med"/>
                      <a:tailEnd type="none" w="med" len="med"/>
                    </a:lnT>
                    <a:lnB w="0" cap="flat" cmpd="sng" algn="ctr">
                      <a:solidFill>
                        <a:srgbClr val="2C2E82"/>
                      </a:solidFill>
                      <a:prstDash val="solid"/>
                      <a:round/>
                      <a:headEnd type="none" w="med" len="med"/>
                      <a:tailEnd type="none" w="med" len="med"/>
                    </a:lnB>
                    <a:solidFill>
                      <a:srgbClr val="2C2E82"/>
                    </a:solidFill>
                  </a:tcPr>
                </a:tc>
                <a:extLst>
                  <a:ext uri="{0D108BD9-81ED-4DB2-BD59-A6C34878D82A}">
                    <a16:rowId xmlns:a16="http://schemas.microsoft.com/office/drawing/2014/main" val="10000"/>
                  </a:ext>
                </a:extLst>
              </a:tr>
              <a:tr h="415138">
                <a:tc>
                  <a:txBody>
                    <a:bodyPr/>
                    <a:lstStyle/>
                    <a:p>
                      <a:pPr marL="0" indent="0" algn="ctr">
                        <a:buNone/>
                      </a:pPr>
                      <a:r>
                        <a:rPr lang="en-US" sz="1100" dirty="0">
                          <a:solidFill>
                            <a:srgbClr val="222229"/>
                          </a:solidFill>
                          <a:latin typeface="Raleway" pitchFamily="2" charset="0"/>
                          <a:ea typeface="Arial" pitchFamily="34" charset="-122"/>
                          <a:cs typeface="Arial" pitchFamily="34" charset="-120"/>
                        </a:rPr>
                        <a:t>1</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0" cap="flat" cmpd="sng" algn="ctr">
                      <a:solidFill>
                        <a:srgbClr val="2C2E8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b="1" dirty="0">
                          <a:solidFill>
                            <a:srgbClr val="2C2E82"/>
                          </a:solidFill>
                          <a:latin typeface="Raleway" pitchFamily="2" charset="0"/>
                          <a:ea typeface="Arial" pitchFamily="34" charset="-122"/>
                          <a:cs typeface="Arial" pitchFamily="34" charset="-120"/>
                        </a:rPr>
                        <a:t>[Candidate Name]</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0" cap="flat" cmpd="sng" algn="ctr">
                      <a:solidFill>
                        <a:srgbClr val="2C2E8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[Company]</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0" cap="flat" cmpd="sng" algn="ctr">
                      <a:solidFill>
                        <a:srgbClr val="2C2E8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[Title]</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0" cap="flat" cmpd="sng" algn="ctr">
                      <a:solidFill>
                        <a:srgbClr val="2C2E8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[Status]</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0" cap="flat" cmpd="sng" algn="ctr">
                      <a:solidFill>
                        <a:srgbClr val="2C2E8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extLst>
                  <a:ext uri="{0D108BD9-81ED-4DB2-BD59-A6C34878D82A}">
                    <a16:rowId xmlns:a16="http://schemas.microsoft.com/office/drawing/2014/main" val="10001"/>
                  </a:ext>
                </a:extLst>
              </a:tr>
              <a:tr h="415138">
                <a:tc>
                  <a:txBody>
                    <a:bodyPr/>
                    <a:lstStyle/>
                    <a:p>
                      <a:pPr marL="0" indent="0" algn="ctr">
                        <a:buNone/>
                      </a:pPr>
                      <a:r>
                        <a:rPr lang="en-US" sz="1100" dirty="0">
                          <a:solidFill>
                            <a:srgbClr val="222229"/>
                          </a:solidFill>
                          <a:latin typeface="Raleway" pitchFamily="2" charset="0"/>
                          <a:ea typeface="Arial" pitchFamily="34" charset="-122"/>
                          <a:cs typeface="Arial" pitchFamily="34" charset="-120"/>
                        </a:rPr>
                        <a:t>2</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b="1" dirty="0">
                          <a:solidFill>
                            <a:srgbClr val="2C2E82"/>
                          </a:solidFill>
                          <a:latin typeface="Raleway" pitchFamily="2" charset="0"/>
                          <a:ea typeface="Arial" pitchFamily="34" charset="-122"/>
                          <a:cs typeface="Arial" pitchFamily="34" charset="-120"/>
                        </a:rPr>
                        <a:t>[Candidate Name]</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[Company]</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[Title]</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[Status]</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extLst>
                  <a:ext uri="{0D108BD9-81ED-4DB2-BD59-A6C34878D82A}">
                    <a16:rowId xmlns:a16="http://schemas.microsoft.com/office/drawing/2014/main" val="10002"/>
                  </a:ext>
                </a:extLst>
              </a:tr>
              <a:tr h="415138">
                <a:tc>
                  <a:txBody>
                    <a:bodyPr/>
                    <a:lstStyle/>
                    <a:p>
                      <a:pPr marL="0" indent="0" algn="ctr">
                        <a:buNone/>
                      </a:pPr>
                      <a:r>
                        <a:rPr lang="en-US" sz="1100" dirty="0">
                          <a:solidFill>
                            <a:srgbClr val="222229"/>
                          </a:solidFill>
                          <a:latin typeface="Raleway" pitchFamily="2" charset="0"/>
                          <a:ea typeface="Arial" pitchFamily="34" charset="-122"/>
                          <a:cs typeface="Arial" pitchFamily="34" charset="-120"/>
                        </a:rPr>
                        <a:t>3</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b="1" dirty="0">
                          <a:solidFill>
                            <a:srgbClr val="2C2E82"/>
                          </a:solidFill>
                          <a:latin typeface="Raleway" pitchFamily="2" charset="0"/>
                          <a:ea typeface="Arial" pitchFamily="34" charset="-122"/>
                          <a:cs typeface="Arial" pitchFamily="34" charset="-120"/>
                        </a:rPr>
                        <a:t>[Candidate Name]</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[Company]</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[Title]</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[Status]</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extLst>
                  <a:ext uri="{0D108BD9-81ED-4DB2-BD59-A6C34878D82A}">
                    <a16:rowId xmlns:a16="http://schemas.microsoft.com/office/drawing/2014/main" val="10003"/>
                  </a:ext>
                </a:extLst>
              </a:tr>
              <a:tr h="415138">
                <a:tc>
                  <a:txBody>
                    <a:bodyPr/>
                    <a:lstStyle/>
                    <a:p>
                      <a:pPr marL="0" indent="0" algn="ctr">
                        <a:buNone/>
                      </a:pPr>
                      <a:r>
                        <a:rPr lang="en-US" sz="1100" dirty="0">
                          <a:solidFill>
                            <a:srgbClr val="222229"/>
                          </a:solidFill>
                          <a:latin typeface="Raleway" pitchFamily="2" charset="0"/>
                          <a:ea typeface="Arial" pitchFamily="34" charset="-122"/>
                          <a:cs typeface="Arial" pitchFamily="34" charset="-120"/>
                        </a:rPr>
                        <a:t>4</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b="1" dirty="0">
                          <a:solidFill>
                            <a:srgbClr val="2C2E82"/>
                          </a:solidFill>
                          <a:latin typeface="Raleway" pitchFamily="2" charset="0"/>
                          <a:ea typeface="Arial" pitchFamily="34" charset="-122"/>
                          <a:cs typeface="Arial" pitchFamily="34" charset="-120"/>
                        </a:rPr>
                        <a:t>[Candidate Name]</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[Company]</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[Title]</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[Status]</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extLst>
                  <a:ext uri="{0D108BD9-81ED-4DB2-BD59-A6C34878D82A}">
                    <a16:rowId xmlns:a16="http://schemas.microsoft.com/office/drawing/2014/main" val="10004"/>
                  </a:ext>
                </a:extLst>
              </a:tr>
              <a:tr h="415138">
                <a:tc>
                  <a:txBody>
                    <a:bodyPr/>
                    <a:lstStyle/>
                    <a:p>
                      <a:pPr marL="0" indent="0" algn="ctr">
                        <a:buNone/>
                      </a:pPr>
                      <a:r>
                        <a:rPr lang="en-US" sz="1100" dirty="0">
                          <a:solidFill>
                            <a:srgbClr val="222229"/>
                          </a:solidFill>
                          <a:latin typeface="Raleway" pitchFamily="2" charset="0"/>
                          <a:ea typeface="Arial" pitchFamily="34" charset="-122"/>
                          <a:cs typeface="Arial" pitchFamily="34" charset="-120"/>
                        </a:rPr>
                        <a:t>5</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b="1" dirty="0">
                          <a:solidFill>
                            <a:srgbClr val="2C2E82"/>
                          </a:solidFill>
                          <a:latin typeface="Raleway" pitchFamily="2" charset="0"/>
                          <a:ea typeface="Arial" pitchFamily="34" charset="-122"/>
                          <a:cs typeface="Arial" pitchFamily="34" charset="-120"/>
                        </a:rPr>
                        <a:t>[Candidate Name]</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[Company]</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[Title]</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[Status]</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extLst>
                  <a:ext uri="{0D108BD9-81ED-4DB2-BD59-A6C34878D82A}">
                    <a16:rowId xmlns:a16="http://schemas.microsoft.com/office/drawing/2014/main" val="10005"/>
                  </a:ext>
                </a:extLst>
              </a:tr>
              <a:tr h="415138">
                <a:tc>
                  <a:txBody>
                    <a:bodyPr/>
                    <a:lstStyle/>
                    <a:p>
                      <a:pPr marL="0" indent="0" algn="ctr">
                        <a:buNone/>
                      </a:pPr>
                      <a:r>
                        <a:rPr lang="en-US" sz="1100" dirty="0">
                          <a:solidFill>
                            <a:srgbClr val="222229"/>
                          </a:solidFill>
                          <a:latin typeface="Raleway" pitchFamily="2" charset="0"/>
                          <a:ea typeface="Arial" pitchFamily="34" charset="-122"/>
                          <a:cs typeface="Arial" pitchFamily="34" charset="-120"/>
                        </a:rPr>
                        <a:t>6</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b="1" dirty="0">
                          <a:solidFill>
                            <a:srgbClr val="2C2E82"/>
                          </a:solidFill>
                          <a:latin typeface="Raleway" pitchFamily="2" charset="0"/>
                          <a:ea typeface="Arial" pitchFamily="34" charset="-122"/>
                          <a:cs typeface="Arial" pitchFamily="34" charset="-120"/>
                        </a:rPr>
                        <a:t>[Candidate Name]</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[Company]</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[Title]</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[Status]</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extLst>
                  <a:ext uri="{0D108BD9-81ED-4DB2-BD59-A6C34878D82A}">
                    <a16:rowId xmlns:a16="http://schemas.microsoft.com/office/drawing/2014/main" val="10006"/>
                  </a:ext>
                </a:extLst>
              </a:tr>
              <a:tr h="415138">
                <a:tc>
                  <a:txBody>
                    <a:bodyPr/>
                    <a:lstStyle/>
                    <a:p>
                      <a:pPr marL="0" indent="0" algn="ctr">
                        <a:buNone/>
                      </a:pPr>
                      <a:r>
                        <a:rPr lang="en-US" sz="1100" dirty="0">
                          <a:solidFill>
                            <a:srgbClr val="222229"/>
                          </a:solidFill>
                          <a:latin typeface="Raleway" pitchFamily="2" charset="0"/>
                          <a:ea typeface="Arial" pitchFamily="34" charset="-122"/>
                          <a:cs typeface="Arial" pitchFamily="34" charset="-120"/>
                        </a:rPr>
                        <a:t>7</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b="1" dirty="0">
                          <a:solidFill>
                            <a:srgbClr val="2C2E82"/>
                          </a:solidFill>
                          <a:latin typeface="Raleway" pitchFamily="2" charset="0"/>
                          <a:ea typeface="Arial" pitchFamily="34" charset="-122"/>
                          <a:cs typeface="Arial" pitchFamily="34" charset="-120"/>
                        </a:rPr>
                        <a:t>[Candidate Name]</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[Company]</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[Title]</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[Status]</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extLst>
                  <a:ext uri="{0D108BD9-81ED-4DB2-BD59-A6C34878D82A}">
                    <a16:rowId xmlns:a16="http://schemas.microsoft.com/office/drawing/2014/main" val="10007"/>
                  </a:ext>
                </a:extLst>
              </a:tr>
              <a:tr h="415138">
                <a:tc>
                  <a:txBody>
                    <a:bodyPr/>
                    <a:lstStyle/>
                    <a:p>
                      <a:pPr marL="0" indent="0" algn="ctr">
                        <a:buNone/>
                      </a:pPr>
                      <a:r>
                        <a:rPr lang="en-US" sz="1100" dirty="0">
                          <a:solidFill>
                            <a:srgbClr val="222229"/>
                          </a:solidFill>
                          <a:latin typeface="Raleway" pitchFamily="2" charset="0"/>
                          <a:ea typeface="Arial" pitchFamily="34" charset="-122"/>
                          <a:cs typeface="Arial" pitchFamily="34" charset="-120"/>
                        </a:rPr>
                        <a:t>8</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b="1" dirty="0">
                          <a:solidFill>
                            <a:srgbClr val="2C2E82"/>
                          </a:solidFill>
                          <a:latin typeface="Raleway" pitchFamily="2" charset="0"/>
                          <a:ea typeface="Arial" pitchFamily="34" charset="-122"/>
                          <a:cs typeface="Arial" pitchFamily="34" charset="-120"/>
                        </a:rPr>
                        <a:t>[Candidate Name]</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[Company]</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[Title]</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[Status]</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extLst>
                  <a:ext uri="{0D108BD9-81ED-4DB2-BD59-A6C34878D82A}">
                    <a16:rowId xmlns:a16="http://schemas.microsoft.com/office/drawing/2014/main" val="10008"/>
                  </a:ext>
                </a:extLst>
              </a:tr>
              <a:tr h="415138">
                <a:tc>
                  <a:txBody>
                    <a:bodyPr/>
                    <a:lstStyle/>
                    <a:p>
                      <a:pPr marL="0" indent="0" algn="ctr">
                        <a:buNone/>
                      </a:pPr>
                      <a:r>
                        <a:rPr lang="en-US" sz="1100" dirty="0">
                          <a:solidFill>
                            <a:srgbClr val="222229"/>
                          </a:solidFill>
                          <a:latin typeface="Raleway" pitchFamily="2" charset="0"/>
                          <a:ea typeface="Arial" pitchFamily="34" charset="-122"/>
                          <a:cs typeface="Arial" pitchFamily="34" charset="-120"/>
                        </a:rPr>
                        <a:t>9</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b="1" dirty="0">
                          <a:solidFill>
                            <a:srgbClr val="2C2E82"/>
                          </a:solidFill>
                          <a:latin typeface="Raleway" pitchFamily="2" charset="0"/>
                          <a:ea typeface="Arial" pitchFamily="34" charset="-122"/>
                          <a:cs typeface="Arial" pitchFamily="34" charset="-120"/>
                        </a:rPr>
                        <a:t>[Candidate Name]</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[Company]</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[Title]</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[Status]</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extLst>
                  <a:ext uri="{0D108BD9-81ED-4DB2-BD59-A6C34878D82A}">
                    <a16:rowId xmlns:a16="http://schemas.microsoft.com/office/drawing/2014/main" val="10009"/>
                  </a:ext>
                </a:extLst>
              </a:tr>
              <a:tr h="415138">
                <a:tc>
                  <a:txBody>
                    <a:bodyPr/>
                    <a:lstStyle/>
                    <a:p>
                      <a:pPr marL="0" indent="0" algn="ctr">
                        <a:buNone/>
                      </a:pPr>
                      <a:r>
                        <a:rPr lang="en-US" sz="1100" dirty="0">
                          <a:solidFill>
                            <a:srgbClr val="222229"/>
                          </a:solidFill>
                          <a:latin typeface="Raleway" pitchFamily="2" charset="0"/>
                          <a:ea typeface="Arial" pitchFamily="34" charset="-122"/>
                          <a:cs typeface="Arial" pitchFamily="34" charset="-120"/>
                        </a:rPr>
                        <a:t>10</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b="1" dirty="0">
                          <a:solidFill>
                            <a:srgbClr val="2C2E82"/>
                          </a:solidFill>
                          <a:latin typeface="Raleway" pitchFamily="2" charset="0"/>
                          <a:ea typeface="Arial" pitchFamily="34" charset="-122"/>
                          <a:cs typeface="Arial" pitchFamily="34" charset="-120"/>
                        </a:rPr>
                        <a:t>[Candidate Name]</a:t>
                      </a:r>
                      <a:endParaRPr lang="en-US" sz="1100" dirty="0">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[Company]</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[Title]</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tc>
                  <a:txBody>
                    <a:bodyPr/>
                    <a:lstStyle/>
                    <a:p>
                      <a:pPr marL="0" indent="0" algn="l">
                        <a:buNone/>
                      </a:pPr>
                      <a:r>
                        <a:rPr lang="en-US" sz="1100" dirty="0">
                          <a:solidFill>
                            <a:srgbClr val="2C2E82"/>
                          </a:solidFill>
                          <a:latin typeface="Raleway" pitchFamily="2" charset="0"/>
                          <a:ea typeface="Arial" pitchFamily="34" charset="-122"/>
                          <a:cs typeface="Arial" pitchFamily="34" charset="-120"/>
                        </a:rPr>
                        <a:t>[Status]</a:t>
                      </a:r>
                      <a:endParaRPr lang="en-US" sz="1100" dirty="0">
                        <a:solidFill>
                          <a:srgbClr val="2C2E82"/>
                        </a:solidFill>
                        <a:latin typeface="Raleway" pitchFamily="2"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F2F2F2"/>
                      </a:solidFill>
                      <a:prstDash val="solid"/>
                      <a:round/>
                      <a:headEnd type="none" w="med" len="med"/>
                      <a:tailEnd type="none" w="med" len="med"/>
                    </a:lnB>
                    <a:solidFill>
                      <a:srgbClr val="EEEBFB"/>
                    </a:solidFill>
                  </a:tcPr>
                </a:tc>
                <a:extLst>
                  <a:ext uri="{0D108BD9-81ED-4DB2-BD59-A6C34878D82A}">
                    <a16:rowId xmlns:a16="http://schemas.microsoft.com/office/drawing/2014/main" val="10010"/>
                  </a:ext>
                </a:extLst>
              </a:tr>
            </a:tbl>
          </a:graphicData>
        </a:graphic>
      </p:graphicFrame>
      <p:sp>
        <p:nvSpPr>
          <p:cNvPr id="9" name="Text 25">
            <a:extLst>
              <a:ext uri="{FF2B5EF4-FFF2-40B4-BE49-F238E27FC236}">
                <a16:creationId xmlns:a16="http://schemas.microsoft.com/office/drawing/2014/main" id="{3CE428AC-0613-F786-A44F-09F288AF61D5}"/>
              </a:ext>
            </a:extLst>
          </p:cNvPr>
          <p:cNvSpPr/>
          <p:nvPr/>
        </p:nvSpPr>
        <p:spPr>
          <a:xfrm>
            <a:off x="548640" y="6568847"/>
            <a:ext cx="5486400" cy="164592"/>
          </a:xfrm>
          <a:prstGeom prst="rect">
            <a:avLst/>
          </a:prstGeom>
          <a:noFill/>
          <a:ln/>
        </p:spPr>
        <p:txBody>
          <a:bodyPr wrap="square" lIns="0" tIns="0" rIns="0" bIns="0" rtlCol="0" anchor="ctr"/>
          <a:lstStyle/>
          <a:p>
            <a:pPr marL="0" indent="0">
              <a:buNone/>
            </a:pPr>
            <a:r>
              <a:rPr lang="en-US" sz="600" b="1" kern="0" spc="200" dirty="0">
                <a:solidFill>
                  <a:srgbClr val="2C2E82"/>
                </a:solidFill>
                <a:latin typeface="Arial" pitchFamily="34" charset="0"/>
                <a:ea typeface="Arial" pitchFamily="34" charset="-122"/>
                <a:cs typeface="Arial" pitchFamily="34" charset="-120"/>
              </a:rPr>
              <a:t>SHEFFIELDHAWORTH.COM</a:t>
            </a:r>
            <a:endParaRPr lang="en-US" sz="600" b="1" dirty="0">
              <a:solidFill>
                <a:srgbClr val="2C2E82"/>
              </a:solidFill>
            </a:endParaRPr>
          </a:p>
        </p:txBody>
      </p:sp>
      <p:sp>
        <p:nvSpPr>
          <p:cNvPr id="11" name="Text 26">
            <a:extLst>
              <a:ext uri="{FF2B5EF4-FFF2-40B4-BE49-F238E27FC236}">
                <a16:creationId xmlns:a16="http://schemas.microsoft.com/office/drawing/2014/main" id="{C53759B9-DB2E-D09A-82DA-A0C855E99FCC}"/>
              </a:ext>
            </a:extLst>
          </p:cNvPr>
          <p:cNvSpPr/>
          <p:nvPr/>
        </p:nvSpPr>
        <p:spPr>
          <a:xfrm>
            <a:off x="10988501" y="6583243"/>
            <a:ext cx="654859" cy="135800"/>
          </a:xfrm>
          <a:prstGeom prst="rect">
            <a:avLst/>
          </a:prstGeom>
          <a:noFill/>
          <a:ln/>
        </p:spPr>
        <p:txBody>
          <a:bodyPr wrap="square" lIns="0" tIns="0" rIns="0" bIns="0" rtlCol="0" anchor="ctr"/>
          <a:lstStyle/>
          <a:p>
            <a:pPr marL="0" indent="0" algn="r">
              <a:buNone/>
            </a:pPr>
            <a:r>
              <a:rPr lang="en-US" sz="600" dirty="0">
                <a:solidFill>
                  <a:srgbClr val="2C2E82"/>
                </a:solidFill>
                <a:latin typeface="Arial" pitchFamily="34" charset="0"/>
                <a:ea typeface="Arial" pitchFamily="34" charset="-122"/>
                <a:cs typeface="Arial" pitchFamily="34" charset="-120"/>
              </a:rPr>
              <a:t>Confidential</a:t>
            </a:r>
            <a:endParaRPr lang="en-US" sz="600" dirty="0">
              <a:solidFill>
                <a:srgbClr val="2C2E82"/>
              </a:solidFill>
            </a:endParaRPr>
          </a:p>
        </p:txBody>
      </p:sp>
      <p:sp>
        <p:nvSpPr>
          <p:cNvPr id="13" name="Shape 24">
            <a:extLst>
              <a:ext uri="{FF2B5EF4-FFF2-40B4-BE49-F238E27FC236}">
                <a16:creationId xmlns:a16="http://schemas.microsoft.com/office/drawing/2014/main" id="{DE8D66C3-2D4A-A77A-4236-DEB2D4F03532}"/>
              </a:ext>
            </a:extLst>
          </p:cNvPr>
          <p:cNvSpPr/>
          <p:nvPr/>
        </p:nvSpPr>
        <p:spPr>
          <a:xfrm>
            <a:off x="548640" y="6534067"/>
            <a:ext cx="11094720" cy="0"/>
          </a:xfrm>
          <a:prstGeom prst="line">
            <a:avLst/>
          </a:prstGeom>
          <a:noFill/>
          <a:ln w="12700">
            <a:solidFill>
              <a:srgbClr val="003399"/>
            </a:solidFill>
            <a:prstDash val="solid"/>
          </a:ln>
        </p:spPr>
        <p:txBody>
          <a:bodyPr/>
          <a:lstStyle/>
          <a:p>
            <a:endParaRPr lang="en-IN"/>
          </a:p>
        </p:txBody>
      </p:sp>
      <p:sp>
        <p:nvSpPr>
          <p:cNvPr id="15" name="Shape 24">
            <a:extLst>
              <a:ext uri="{FF2B5EF4-FFF2-40B4-BE49-F238E27FC236}">
                <a16:creationId xmlns:a16="http://schemas.microsoft.com/office/drawing/2014/main" id="{9FC5D9F6-E618-51E8-B38B-CD59CCA98500}"/>
              </a:ext>
            </a:extLst>
          </p:cNvPr>
          <p:cNvSpPr/>
          <p:nvPr/>
        </p:nvSpPr>
        <p:spPr>
          <a:xfrm>
            <a:off x="457200" y="451926"/>
            <a:ext cx="11094720" cy="0"/>
          </a:xfrm>
          <a:prstGeom prst="line">
            <a:avLst/>
          </a:prstGeom>
          <a:noFill/>
          <a:ln w="12700">
            <a:solidFill>
              <a:srgbClr val="2C2E82"/>
            </a:solidFill>
            <a:prstDash val="solid"/>
          </a:ln>
        </p:spPr>
        <p:txBody>
          <a:bodyPr/>
          <a:lstStyle/>
          <a:p>
            <a:endParaRPr lang="en-IN"/>
          </a:p>
        </p:txBody>
      </p:sp>
      <p:sp>
        <p:nvSpPr>
          <p:cNvPr id="17" name="Text 0">
            <a:extLst>
              <a:ext uri="{FF2B5EF4-FFF2-40B4-BE49-F238E27FC236}">
                <a16:creationId xmlns:a16="http://schemas.microsoft.com/office/drawing/2014/main" id="{9DBAA3D5-5BA7-B9A6-EA60-693D4855426E}"/>
              </a:ext>
            </a:extLst>
          </p:cNvPr>
          <p:cNvSpPr/>
          <p:nvPr/>
        </p:nvSpPr>
        <p:spPr>
          <a:xfrm>
            <a:off x="457200" y="317608"/>
            <a:ext cx="8673998" cy="98755"/>
          </a:xfrm>
          <a:prstGeom prst="rect">
            <a:avLst/>
          </a:prstGeom>
          <a:noFill/>
          <a:ln/>
        </p:spPr>
        <p:txBody>
          <a:bodyPr wrap="square" lIns="0" tIns="0" rIns="0" bIns="0" rtlCol="0" anchor="ctr"/>
          <a:lstStyle/>
          <a:p>
            <a:pPr marL="0" indent="0">
              <a:buNone/>
            </a:pPr>
            <a:r>
              <a:rPr lang="en-US" sz="1000" dirty="0">
                <a:solidFill>
                  <a:srgbClr val="2C2E82"/>
                </a:solidFill>
                <a:latin typeface="Raleway Bold" pitchFamily="2" charset="0"/>
                <a:ea typeface="Arial" pitchFamily="34" charset="-122"/>
                <a:cs typeface="Arial" pitchFamily="34" charset="-120"/>
              </a:rPr>
              <a:t>2  |  [Client] - [Role] – [Report Title]</a:t>
            </a:r>
            <a:endParaRPr lang="en-US" sz="1000" dirty="0">
              <a:solidFill>
                <a:srgbClr val="2C2E82"/>
              </a:solidFill>
              <a:latin typeface="Raleway Bold"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704320" y="109728"/>
            <a:ext cx="365760" cy="201168"/>
          </a:xfrm>
          <a:prstGeom prst="rect">
            <a:avLst/>
          </a:prstGeom>
          <a:noFill/>
          <a:ln/>
        </p:spPr>
        <p:txBody>
          <a:bodyPr wrap="square" lIns="0" tIns="0" rIns="0" bIns="0" rtlCol="0" anchor="ctr"/>
          <a:lstStyle/>
          <a:p>
            <a:pPr marL="0" indent="0" algn="r">
              <a:buNone/>
            </a:pPr>
            <a:r>
              <a:rPr lang="en-US" sz="800" b="1" dirty="0">
                <a:solidFill>
                  <a:srgbClr val="8AABCC"/>
                </a:solidFill>
                <a:latin typeface="Arial" pitchFamily="34" charset="0"/>
                <a:ea typeface="Arial" pitchFamily="34" charset="-122"/>
                <a:cs typeface="Arial" pitchFamily="34" charset="-120"/>
              </a:rPr>
              <a:t>3</a:t>
            </a:r>
            <a:endParaRPr lang="en-US" sz="800" dirty="0"/>
          </a:p>
        </p:txBody>
      </p:sp>
      <p:sp>
        <p:nvSpPr>
          <p:cNvPr id="5" name="Text 3"/>
          <p:cNvSpPr/>
          <p:nvPr/>
        </p:nvSpPr>
        <p:spPr>
          <a:xfrm>
            <a:off x="457200" y="827726"/>
            <a:ext cx="11274552" cy="418257"/>
          </a:xfrm>
          <a:prstGeom prst="rect">
            <a:avLst/>
          </a:prstGeom>
          <a:noFill/>
          <a:ln/>
        </p:spPr>
        <p:txBody>
          <a:bodyPr wrap="square" lIns="0" tIns="0" rIns="0" bIns="0" rtlCol="0" anchor="ctr"/>
          <a:lstStyle/>
          <a:p>
            <a:r>
              <a:rPr lang="en-GB" sz="2400" dirty="0">
                <a:solidFill>
                  <a:srgbClr val="003399"/>
                </a:solidFill>
                <a:latin typeface="Raleway" pitchFamily="2" charset="0"/>
              </a:rPr>
              <a:t>Contact Details</a:t>
            </a:r>
          </a:p>
        </p:txBody>
      </p:sp>
      <p:sp>
        <p:nvSpPr>
          <p:cNvPr id="7" name="Shape 5"/>
          <p:cNvSpPr/>
          <p:nvPr/>
        </p:nvSpPr>
        <p:spPr>
          <a:xfrm>
            <a:off x="1310640" y="2443480"/>
            <a:ext cx="1097280" cy="1097280"/>
          </a:xfrm>
          <a:prstGeom prst="ellipse">
            <a:avLst/>
          </a:prstGeom>
          <a:solidFill>
            <a:srgbClr val="D9D9D9"/>
          </a:solidFill>
          <a:ln w="12700">
            <a:solidFill>
              <a:srgbClr val="BBBBBB"/>
            </a:solidFill>
            <a:prstDash val="solid"/>
          </a:ln>
        </p:spPr>
        <p:txBody>
          <a:bodyPr/>
          <a:lstStyle/>
          <a:p>
            <a:endParaRPr lang="en-IN"/>
          </a:p>
        </p:txBody>
      </p:sp>
      <p:sp>
        <p:nvSpPr>
          <p:cNvPr id="8" name="Text 6"/>
          <p:cNvSpPr/>
          <p:nvPr/>
        </p:nvSpPr>
        <p:spPr>
          <a:xfrm>
            <a:off x="1310640" y="2443480"/>
            <a:ext cx="1097280" cy="1097280"/>
          </a:xfrm>
          <a:prstGeom prst="rect">
            <a:avLst/>
          </a:prstGeom>
          <a:noFill/>
          <a:ln/>
        </p:spPr>
        <p:txBody>
          <a:bodyPr wrap="square" lIns="0" tIns="0" rIns="0" bIns="0" rtlCol="0" anchor="ctr"/>
          <a:lstStyle/>
          <a:p>
            <a:pPr marL="0" indent="0" algn="ctr">
              <a:buNone/>
            </a:pPr>
            <a:r>
              <a:rPr lang="en-US" sz="800" dirty="0">
                <a:solidFill>
                  <a:srgbClr val="999999"/>
                </a:solidFill>
                <a:latin typeface="Arial" pitchFamily="34" charset="0"/>
                <a:ea typeface="Arial" pitchFamily="34" charset="-122"/>
                <a:cs typeface="Arial" pitchFamily="34" charset="-120"/>
              </a:rPr>
              <a:t>Photo</a:t>
            </a:r>
            <a:endParaRPr lang="en-US" sz="800" dirty="0"/>
          </a:p>
        </p:txBody>
      </p:sp>
      <p:sp>
        <p:nvSpPr>
          <p:cNvPr id="9" name="Text 7"/>
          <p:cNvSpPr/>
          <p:nvPr/>
        </p:nvSpPr>
        <p:spPr>
          <a:xfrm>
            <a:off x="2590800" y="2624666"/>
            <a:ext cx="3383280" cy="160020"/>
          </a:xfrm>
          <a:prstGeom prst="rect">
            <a:avLst/>
          </a:prstGeom>
          <a:noFill/>
          <a:ln/>
        </p:spPr>
        <p:txBody>
          <a:bodyPr wrap="square" lIns="0" tIns="0" rIns="0" bIns="0" rtlCol="0" anchor="ctr"/>
          <a:lstStyle/>
          <a:p>
            <a:pPr marL="0" indent="0">
              <a:buNone/>
            </a:pPr>
            <a:r>
              <a:rPr lang="en-US" sz="1000" b="1" dirty="0">
                <a:solidFill>
                  <a:srgbClr val="1F2D6B"/>
                </a:solidFill>
                <a:latin typeface="Raleway" pitchFamily="2" charset="0"/>
                <a:ea typeface="Arial" pitchFamily="34" charset="-122"/>
                <a:cs typeface="Arial" pitchFamily="34" charset="-120"/>
              </a:rPr>
              <a:t>[Consultant 1 Name]</a:t>
            </a:r>
            <a:endParaRPr lang="en-US" sz="1000" dirty="0">
              <a:latin typeface="Raleway" pitchFamily="2" charset="0"/>
            </a:endParaRPr>
          </a:p>
        </p:txBody>
      </p:sp>
      <p:sp>
        <p:nvSpPr>
          <p:cNvPr id="10" name="Text 8"/>
          <p:cNvSpPr/>
          <p:nvPr/>
        </p:nvSpPr>
        <p:spPr>
          <a:xfrm>
            <a:off x="2590800" y="2785023"/>
            <a:ext cx="3383280" cy="160020"/>
          </a:xfrm>
          <a:prstGeom prst="rect">
            <a:avLst/>
          </a:prstGeom>
          <a:noFill/>
          <a:ln/>
        </p:spPr>
        <p:txBody>
          <a:bodyPr wrap="square" lIns="0" tIns="0" rIns="0" bIns="0" rtlCol="0" anchor="ctr"/>
          <a:lstStyle/>
          <a:p>
            <a:pPr marL="0" indent="0">
              <a:buNone/>
            </a:pPr>
            <a:r>
              <a:rPr lang="en-US" sz="1000" b="1" dirty="0">
                <a:solidFill>
                  <a:srgbClr val="1F2D6B"/>
                </a:solidFill>
                <a:latin typeface="Raleway" pitchFamily="2" charset="0"/>
                <a:cs typeface="Arial" pitchFamily="34" charset="-120"/>
              </a:rPr>
              <a:t>[Title]</a:t>
            </a:r>
          </a:p>
        </p:txBody>
      </p:sp>
      <p:sp>
        <p:nvSpPr>
          <p:cNvPr id="12" name="Text 10"/>
          <p:cNvSpPr/>
          <p:nvPr/>
        </p:nvSpPr>
        <p:spPr>
          <a:xfrm>
            <a:off x="2590800" y="2971806"/>
            <a:ext cx="185420" cy="198967"/>
          </a:xfrm>
          <a:prstGeom prst="rect">
            <a:avLst/>
          </a:prstGeom>
          <a:noFill/>
          <a:ln/>
        </p:spPr>
        <p:txBody>
          <a:bodyPr wrap="square" lIns="0" tIns="0" rIns="0" bIns="0" rtlCol="0" anchor="ctr"/>
          <a:lstStyle/>
          <a:p>
            <a:pPr marL="0" indent="0">
              <a:buNone/>
            </a:pPr>
            <a:r>
              <a:rPr lang="en-US" sz="1000" b="1" dirty="0">
                <a:solidFill>
                  <a:srgbClr val="888888"/>
                </a:solidFill>
                <a:latin typeface="Raleway" pitchFamily="2" charset="0"/>
                <a:ea typeface="Arial" pitchFamily="34" charset="-122"/>
                <a:cs typeface="Arial" pitchFamily="34" charset="-120"/>
              </a:rPr>
              <a:t>t.</a:t>
            </a:r>
            <a:endParaRPr lang="en-US" sz="1000" dirty="0">
              <a:latin typeface="Raleway" pitchFamily="2" charset="0"/>
            </a:endParaRPr>
          </a:p>
        </p:txBody>
      </p:sp>
      <p:sp>
        <p:nvSpPr>
          <p:cNvPr id="13" name="Text 11"/>
          <p:cNvSpPr/>
          <p:nvPr/>
        </p:nvSpPr>
        <p:spPr>
          <a:xfrm>
            <a:off x="2733043" y="2991280"/>
            <a:ext cx="4206240" cy="160020"/>
          </a:xfrm>
          <a:prstGeom prst="rect">
            <a:avLst/>
          </a:prstGeom>
          <a:noFill/>
          <a:ln/>
        </p:spPr>
        <p:txBody>
          <a:bodyPr wrap="square" lIns="0" tIns="0" rIns="0" bIns="0" rtlCol="0" anchor="ctr"/>
          <a:lstStyle/>
          <a:p>
            <a:pPr marL="0" indent="0">
              <a:buNone/>
            </a:pPr>
            <a:r>
              <a:rPr lang="en-US" sz="1000" dirty="0">
                <a:solidFill>
                  <a:srgbClr val="404040"/>
                </a:solidFill>
                <a:latin typeface="Raleway" pitchFamily="2" charset="0"/>
                <a:ea typeface="Arial" pitchFamily="34" charset="-122"/>
                <a:cs typeface="Arial" pitchFamily="34" charset="-120"/>
              </a:rPr>
              <a:t>[Phone Number]</a:t>
            </a:r>
            <a:endParaRPr lang="en-US" sz="1000" dirty="0">
              <a:latin typeface="Raleway" pitchFamily="2" charset="0"/>
            </a:endParaRPr>
          </a:p>
        </p:txBody>
      </p:sp>
      <p:sp>
        <p:nvSpPr>
          <p:cNvPr id="14" name="Text 12"/>
          <p:cNvSpPr/>
          <p:nvPr/>
        </p:nvSpPr>
        <p:spPr>
          <a:xfrm>
            <a:off x="2590800" y="3186863"/>
            <a:ext cx="185420" cy="160019"/>
          </a:xfrm>
          <a:prstGeom prst="rect">
            <a:avLst/>
          </a:prstGeom>
          <a:noFill/>
          <a:ln/>
        </p:spPr>
        <p:txBody>
          <a:bodyPr wrap="square" lIns="0" tIns="0" rIns="0" bIns="0" rtlCol="0" anchor="ctr"/>
          <a:lstStyle/>
          <a:p>
            <a:pPr marL="0" indent="0">
              <a:buNone/>
            </a:pPr>
            <a:r>
              <a:rPr lang="en-US" sz="1000" b="1" dirty="0">
                <a:solidFill>
                  <a:srgbClr val="888888"/>
                </a:solidFill>
                <a:latin typeface="Raleway" pitchFamily="2" charset="0"/>
                <a:ea typeface="Arial" pitchFamily="34" charset="-122"/>
                <a:cs typeface="Arial" pitchFamily="34" charset="-120"/>
              </a:rPr>
              <a:t>e.</a:t>
            </a:r>
            <a:endParaRPr lang="en-US" sz="1000" dirty="0">
              <a:latin typeface="Raleway" pitchFamily="2" charset="0"/>
            </a:endParaRPr>
          </a:p>
        </p:txBody>
      </p:sp>
      <p:sp>
        <p:nvSpPr>
          <p:cNvPr id="15" name="Text 13"/>
          <p:cNvSpPr/>
          <p:nvPr/>
        </p:nvSpPr>
        <p:spPr>
          <a:xfrm>
            <a:off x="2733043" y="3186863"/>
            <a:ext cx="4206240" cy="160020"/>
          </a:xfrm>
          <a:prstGeom prst="rect">
            <a:avLst/>
          </a:prstGeom>
          <a:noFill/>
          <a:ln/>
        </p:spPr>
        <p:txBody>
          <a:bodyPr wrap="square" lIns="0" tIns="0" rIns="0" bIns="0" rtlCol="0" anchor="ctr"/>
          <a:lstStyle/>
          <a:p>
            <a:pPr marL="0" indent="0">
              <a:buNone/>
            </a:pPr>
            <a:r>
              <a:rPr lang="en-US" sz="1000" dirty="0">
                <a:solidFill>
                  <a:srgbClr val="404040"/>
                </a:solidFill>
                <a:latin typeface="Raleway" pitchFamily="2" charset="0"/>
                <a:ea typeface="Arial" pitchFamily="34" charset="-122"/>
                <a:cs typeface="Arial" pitchFamily="34" charset="-120"/>
              </a:rPr>
              <a:t>[email@sheffieldhaworth.com]</a:t>
            </a:r>
            <a:endParaRPr lang="en-US" sz="1000" dirty="0">
              <a:latin typeface="Raleway" pitchFamily="2" charset="0"/>
            </a:endParaRPr>
          </a:p>
        </p:txBody>
      </p:sp>
      <p:sp>
        <p:nvSpPr>
          <p:cNvPr id="26" name="Shape 24"/>
          <p:cNvSpPr/>
          <p:nvPr/>
        </p:nvSpPr>
        <p:spPr>
          <a:xfrm>
            <a:off x="457200" y="451926"/>
            <a:ext cx="11094720" cy="0"/>
          </a:xfrm>
          <a:prstGeom prst="line">
            <a:avLst/>
          </a:prstGeom>
          <a:noFill/>
          <a:ln w="12700">
            <a:solidFill>
              <a:srgbClr val="2C2E82"/>
            </a:solidFill>
            <a:prstDash val="solid"/>
          </a:ln>
        </p:spPr>
        <p:txBody>
          <a:bodyPr/>
          <a:lstStyle/>
          <a:p>
            <a:endParaRPr lang="en-IN"/>
          </a:p>
        </p:txBody>
      </p:sp>
      <p:sp>
        <p:nvSpPr>
          <p:cNvPr id="27" name="Text 25"/>
          <p:cNvSpPr/>
          <p:nvPr/>
        </p:nvSpPr>
        <p:spPr>
          <a:xfrm>
            <a:off x="548640" y="6568847"/>
            <a:ext cx="5486400" cy="164592"/>
          </a:xfrm>
          <a:prstGeom prst="rect">
            <a:avLst/>
          </a:prstGeom>
          <a:noFill/>
          <a:ln/>
        </p:spPr>
        <p:txBody>
          <a:bodyPr wrap="square" lIns="0" tIns="0" rIns="0" bIns="0" rtlCol="0" anchor="ctr"/>
          <a:lstStyle/>
          <a:p>
            <a:pPr marL="0" indent="0">
              <a:buNone/>
            </a:pPr>
            <a:r>
              <a:rPr lang="en-US" sz="600" b="1" kern="0" spc="200" dirty="0">
                <a:solidFill>
                  <a:srgbClr val="2C2E82"/>
                </a:solidFill>
                <a:latin typeface="Arial" pitchFamily="34" charset="0"/>
                <a:ea typeface="Arial" pitchFamily="34" charset="-122"/>
                <a:cs typeface="Arial" pitchFamily="34" charset="-120"/>
              </a:rPr>
              <a:t>SHEFFIELDHAWORTH.COM</a:t>
            </a:r>
            <a:endParaRPr lang="en-US" sz="600" b="1" dirty="0">
              <a:solidFill>
                <a:srgbClr val="2C2E82"/>
              </a:solidFill>
            </a:endParaRPr>
          </a:p>
        </p:txBody>
      </p:sp>
      <p:sp>
        <p:nvSpPr>
          <p:cNvPr id="28" name="Text 26"/>
          <p:cNvSpPr/>
          <p:nvPr/>
        </p:nvSpPr>
        <p:spPr>
          <a:xfrm>
            <a:off x="10988501" y="6583243"/>
            <a:ext cx="654859" cy="135800"/>
          </a:xfrm>
          <a:prstGeom prst="rect">
            <a:avLst/>
          </a:prstGeom>
          <a:noFill/>
          <a:ln/>
        </p:spPr>
        <p:txBody>
          <a:bodyPr wrap="square" lIns="0" tIns="0" rIns="0" bIns="0" rtlCol="0" anchor="ctr"/>
          <a:lstStyle/>
          <a:p>
            <a:pPr marL="0" indent="0" algn="r">
              <a:buNone/>
            </a:pPr>
            <a:r>
              <a:rPr lang="en-US" sz="600" dirty="0">
                <a:solidFill>
                  <a:srgbClr val="2C2E82"/>
                </a:solidFill>
                <a:latin typeface="Arial" pitchFamily="34" charset="0"/>
                <a:ea typeface="Arial" pitchFamily="34" charset="-122"/>
                <a:cs typeface="Arial" pitchFamily="34" charset="-120"/>
              </a:rPr>
              <a:t>Confidential</a:t>
            </a:r>
            <a:endParaRPr lang="en-US" sz="600" dirty="0">
              <a:solidFill>
                <a:srgbClr val="2C2E82"/>
              </a:solidFill>
            </a:endParaRPr>
          </a:p>
        </p:txBody>
      </p:sp>
      <p:sp>
        <p:nvSpPr>
          <p:cNvPr id="32" name="Shape 5">
            <a:extLst>
              <a:ext uri="{FF2B5EF4-FFF2-40B4-BE49-F238E27FC236}">
                <a16:creationId xmlns:a16="http://schemas.microsoft.com/office/drawing/2014/main" id="{277612BB-8FB9-53FB-B4FC-51030B557CBC}"/>
              </a:ext>
            </a:extLst>
          </p:cNvPr>
          <p:cNvSpPr/>
          <p:nvPr/>
        </p:nvSpPr>
        <p:spPr>
          <a:xfrm>
            <a:off x="1310640" y="3903140"/>
            <a:ext cx="1097280" cy="1097280"/>
          </a:xfrm>
          <a:prstGeom prst="ellipse">
            <a:avLst/>
          </a:prstGeom>
          <a:solidFill>
            <a:srgbClr val="D9D9D9"/>
          </a:solidFill>
          <a:ln w="12700">
            <a:solidFill>
              <a:srgbClr val="BBBBBB"/>
            </a:solidFill>
            <a:prstDash val="solid"/>
          </a:ln>
        </p:spPr>
        <p:txBody>
          <a:bodyPr/>
          <a:lstStyle/>
          <a:p>
            <a:endParaRPr lang="en-IN" dirty="0"/>
          </a:p>
        </p:txBody>
      </p:sp>
      <p:sp>
        <p:nvSpPr>
          <p:cNvPr id="34" name="Text 7">
            <a:extLst>
              <a:ext uri="{FF2B5EF4-FFF2-40B4-BE49-F238E27FC236}">
                <a16:creationId xmlns:a16="http://schemas.microsoft.com/office/drawing/2014/main" id="{BB1CB811-3646-FE0D-069E-D7F5E056F362}"/>
              </a:ext>
            </a:extLst>
          </p:cNvPr>
          <p:cNvSpPr/>
          <p:nvPr/>
        </p:nvSpPr>
        <p:spPr>
          <a:xfrm>
            <a:off x="2590800" y="4084326"/>
            <a:ext cx="3383280" cy="160020"/>
          </a:xfrm>
          <a:prstGeom prst="rect">
            <a:avLst/>
          </a:prstGeom>
          <a:noFill/>
          <a:ln/>
        </p:spPr>
        <p:txBody>
          <a:bodyPr wrap="square" lIns="0" tIns="0" rIns="0" bIns="0" rtlCol="0" anchor="ctr"/>
          <a:lstStyle/>
          <a:p>
            <a:pPr marL="0" indent="0">
              <a:buNone/>
            </a:pPr>
            <a:r>
              <a:rPr lang="en-US" sz="1000" b="1" dirty="0">
                <a:solidFill>
                  <a:srgbClr val="1F2D6B"/>
                </a:solidFill>
                <a:latin typeface="Raleway" pitchFamily="2" charset="0"/>
                <a:ea typeface="Arial" pitchFamily="34" charset="-122"/>
                <a:cs typeface="Arial" pitchFamily="34" charset="-120"/>
              </a:rPr>
              <a:t>[Consultant 2 Name]</a:t>
            </a:r>
            <a:endParaRPr lang="en-US" sz="1000" dirty="0">
              <a:latin typeface="Raleway" pitchFamily="2" charset="0"/>
            </a:endParaRPr>
          </a:p>
        </p:txBody>
      </p:sp>
      <p:sp>
        <p:nvSpPr>
          <p:cNvPr id="36" name="Text 8">
            <a:extLst>
              <a:ext uri="{FF2B5EF4-FFF2-40B4-BE49-F238E27FC236}">
                <a16:creationId xmlns:a16="http://schemas.microsoft.com/office/drawing/2014/main" id="{E7CF66A0-3F19-FD55-D508-41FDAAB44F3F}"/>
              </a:ext>
            </a:extLst>
          </p:cNvPr>
          <p:cNvSpPr/>
          <p:nvPr/>
        </p:nvSpPr>
        <p:spPr>
          <a:xfrm>
            <a:off x="2590800" y="4244683"/>
            <a:ext cx="3383280" cy="160020"/>
          </a:xfrm>
          <a:prstGeom prst="rect">
            <a:avLst/>
          </a:prstGeom>
          <a:noFill/>
          <a:ln/>
        </p:spPr>
        <p:txBody>
          <a:bodyPr wrap="square" lIns="0" tIns="0" rIns="0" bIns="0" rtlCol="0" anchor="ctr"/>
          <a:lstStyle/>
          <a:p>
            <a:pPr marL="0" indent="0">
              <a:buNone/>
            </a:pPr>
            <a:r>
              <a:rPr lang="en-US" sz="1000" b="1" dirty="0">
                <a:solidFill>
                  <a:srgbClr val="1F2D6B"/>
                </a:solidFill>
                <a:latin typeface="Raleway" pitchFamily="2" charset="0"/>
                <a:cs typeface="Arial" pitchFamily="34" charset="-120"/>
              </a:rPr>
              <a:t>[Title]</a:t>
            </a:r>
          </a:p>
        </p:txBody>
      </p:sp>
      <p:sp>
        <p:nvSpPr>
          <p:cNvPr id="38" name="Text 10">
            <a:extLst>
              <a:ext uri="{FF2B5EF4-FFF2-40B4-BE49-F238E27FC236}">
                <a16:creationId xmlns:a16="http://schemas.microsoft.com/office/drawing/2014/main" id="{AF0B3F13-8C70-BF13-9724-4EFAD1B6E9B5}"/>
              </a:ext>
            </a:extLst>
          </p:cNvPr>
          <p:cNvSpPr/>
          <p:nvPr/>
        </p:nvSpPr>
        <p:spPr>
          <a:xfrm>
            <a:off x="2590800" y="4431466"/>
            <a:ext cx="185420" cy="198967"/>
          </a:xfrm>
          <a:prstGeom prst="rect">
            <a:avLst/>
          </a:prstGeom>
          <a:noFill/>
          <a:ln/>
        </p:spPr>
        <p:txBody>
          <a:bodyPr wrap="square" lIns="0" tIns="0" rIns="0" bIns="0" rtlCol="0" anchor="ctr"/>
          <a:lstStyle/>
          <a:p>
            <a:pPr marL="0" indent="0">
              <a:buNone/>
            </a:pPr>
            <a:r>
              <a:rPr lang="en-US" sz="1000" b="1" dirty="0">
                <a:solidFill>
                  <a:srgbClr val="888888"/>
                </a:solidFill>
                <a:latin typeface="Raleway" pitchFamily="2" charset="0"/>
                <a:ea typeface="Arial" pitchFamily="34" charset="-122"/>
                <a:cs typeface="Arial" pitchFamily="34" charset="-120"/>
              </a:rPr>
              <a:t>t.</a:t>
            </a:r>
            <a:endParaRPr lang="en-US" sz="1000" dirty="0">
              <a:latin typeface="Raleway" pitchFamily="2" charset="0"/>
            </a:endParaRPr>
          </a:p>
        </p:txBody>
      </p:sp>
      <p:sp>
        <p:nvSpPr>
          <p:cNvPr id="40" name="Text 11">
            <a:extLst>
              <a:ext uri="{FF2B5EF4-FFF2-40B4-BE49-F238E27FC236}">
                <a16:creationId xmlns:a16="http://schemas.microsoft.com/office/drawing/2014/main" id="{A69C10AA-CFCC-82F1-6547-0E19FA33B926}"/>
              </a:ext>
            </a:extLst>
          </p:cNvPr>
          <p:cNvSpPr/>
          <p:nvPr/>
        </p:nvSpPr>
        <p:spPr>
          <a:xfrm>
            <a:off x="2733043" y="4450940"/>
            <a:ext cx="4206240" cy="160020"/>
          </a:xfrm>
          <a:prstGeom prst="rect">
            <a:avLst/>
          </a:prstGeom>
          <a:noFill/>
          <a:ln/>
        </p:spPr>
        <p:txBody>
          <a:bodyPr wrap="square" lIns="0" tIns="0" rIns="0" bIns="0" rtlCol="0" anchor="ctr"/>
          <a:lstStyle/>
          <a:p>
            <a:pPr marL="0" indent="0">
              <a:buNone/>
            </a:pPr>
            <a:r>
              <a:rPr lang="en-US" sz="1000" dirty="0">
                <a:solidFill>
                  <a:srgbClr val="404040"/>
                </a:solidFill>
                <a:latin typeface="Raleway" pitchFamily="2" charset="0"/>
                <a:ea typeface="Arial" pitchFamily="34" charset="-122"/>
                <a:cs typeface="Arial" pitchFamily="34" charset="-120"/>
              </a:rPr>
              <a:t>[Phone Number]</a:t>
            </a:r>
            <a:endParaRPr lang="en-US" sz="1000" dirty="0">
              <a:latin typeface="Raleway" pitchFamily="2" charset="0"/>
            </a:endParaRPr>
          </a:p>
        </p:txBody>
      </p:sp>
      <p:sp>
        <p:nvSpPr>
          <p:cNvPr id="42" name="Text 12">
            <a:extLst>
              <a:ext uri="{FF2B5EF4-FFF2-40B4-BE49-F238E27FC236}">
                <a16:creationId xmlns:a16="http://schemas.microsoft.com/office/drawing/2014/main" id="{0418FA1F-36DB-7144-BE18-21AB93CDD6B2}"/>
              </a:ext>
            </a:extLst>
          </p:cNvPr>
          <p:cNvSpPr/>
          <p:nvPr/>
        </p:nvSpPr>
        <p:spPr>
          <a:xfrm>
            <a:off x="2590800" y="4646523"/>
            <a:ext cx="185420" cy="160019"/>
          </a:xfrm>
          <a:prstGeom prst="rect">
            <a:avLst/>
          </a:prstGeom>
          <a:noFill/>
          <a:ln/>
        </p:spPr>
        <p:txBody>
          <a:bodyPr wrap="square" lIns="0" tIns="0" rIns="0" bIns="0" rtlCol="0" anchor="ctr"/>
          <a:lstStyle/>
          <a:p>
            <a:pPr marL="0" indent="0">
              <a:buNone/>
            </a:pPr>
            <a:r>
              <a:rPr lang="en-US" sz="1000" b="1" dirty="0">
                <a:solidFill>
                  <a:srgbClr val="888888"/>
                </a:solidFill>
                <a:latin typeface="Raleway" pitchFamily="2" charset="0"/>
                <a:ea typeface="Arial" pitchFamily="34" charset="-122"/>
                <a:cs typeface="Arial" pitchFamily="34" charset="-120"/>
              </a:rPr>
              <a:t>e.</a:t>
            </a:r>
            <a:endParaRPr lang="en-US" sz="1000" dirty="0">
              <a:latin typeface="Raleway" pitchFamily="2" charset="0"/>
            </a:endParaRPr>
          </a:p>
        </p:txBody>
      </p:sp>
      <p:sp>
        <p:nvSpPr>
          <p:cNvPr id="44" name="Text 13">
            <a:extLst>
              <a:ext uri="{FF2B5EF4-FFF2-40B4-BE49-F238E27FC236}">
                <a16:creationId xmlns:a16="http://schemas.microsoft.com/office/drawing/2014/main" id="{31739524-B804-E9B5-2A16-301270743C20}"/>
              </a:ext>
            </a:extLst>
          </p:cNvPr>
          <p:cNvSpPr/>
          <p:nvPr/>
        </p:nvSpPr>
        <p:spPr>
          <a:xfrm>
            <a:off x="2733043" y="4646523"/>
            <a:ext cx="4206240" cy="160020"/>
          </a:xfrm>
          <a:prstGeom prst="rect">
            <a:avLst/>
          </a:prstGeom>
          <a:noFill/>
          <a:ln/>
        </p:spPr>
        <p:txBody>
          <a:bodyPr wrap="square" lIns="0" tIns="0" rIns="0" bIns="0" rtlCol="0" anchor="ctr"/>
          <a:lstStyle/>
          <a:p>
            <a:pPr marL="0" indent="0">
              <a:buNone/>
            </a:pPr>
            <a:r>
              <a:rPr lang="en-US" sz="1000" dirty="0">
                <a:solidFill>
                  <a:srgbClr val="404040"/>
                </a:solidFill>
                <a:latin typeface="Raleway" pitchFamily="2" charset="0"/>
                <a:ea typeface="Arial" pitchFamily="34" charset="-122"/>
                <a:cs typeface="Arial" pitchFamily="34" charset="-120"/>
              </a:rPr>
              <a:t>[email@sheffieldhaworth.com]</a:t>
            </a:r>
            <a:endParaRPr lang="en-US" sz="1000" dirty="0">
              <a:latin typeface="Raleway" pitchFamily="2" charset="0"/>
            </a:endParaRPr>
          </a:p>
        </p:txBody>
      </p:sp>
      <p:sp>
        <p:nvSpPr>
          <p:cNvPr id="52" name="Shape 24">
            <a:extLst>
              <a:ext uri="{FF2B5EF4-FFF2-40B4-BE49-F238E27FC236}">
                <a16:creationId xmlns:a16="http://schemas.microsoft.com/office/drawing/2014/main" id="{730757C4-650A-703D-180A-B22E6279A9CC}"/>
              </a:ext>
            </a:extLst>
          </p:cNvPr>
          <p:cNvSpPr/>
          <p:nvPr/>
        </p:nvSpPr>
        <p:spPr>
          <a:xfrm>
            <a:off x="548640" y="6534067"/>
            <a:ext cx="11094720" cy="0"/>
          </a:xfrm>
          <a:prstGeom prst="line">
            <a:avLst/>
          </a:prstGeom>
          <a:noFill/>
          <a:ln w="12700">
            <a:solidFill>
              <a:srgbClr val="2C2E82"/>
            </a:solidFill>
            <a:prstDash val="solid"/>
          </a:ln>
        </p:spPr>
        <p:txBody>
          <a:bodyPr/>
          <a:lstStyle/>
          <a:p>
            <a:endParaRPr lang="en-IN"/>
          </a:p>
        </p:txBody>
      </p:sp>
      <p:sp>
        <p:nvSpPr>
          <p:cNvPr id="54" name="Shape 11">
            <a:extLst>
              <a:ext uri="{FF2B5EF4-FFF2-40B4-BE49-F238E27FC236}">
                <a16:creationId xmlns:a16="http://schemas.microsoft.com/office/drawing/2014/main" id="{732F34D5-A7A7-94A6-6AE2-8FDFD67D304A}"/>
              </a:ext>
            </a:extLst>
          </p:cNvPr>
          <p:cNvSpPr/>
          <p:nvPr/>
        </p:nvSpPr>
        <p:spPr>
          <a:xfrm>
            <a:off x="493224" y="1728494"/>
            <a:ext cx="538480" cy="0"/>
          </a:xfrm>
          <a:prstGeom prst="line">
            <a:avLst/>
          </a:prstGeom>
          <a:noFill/>
          <a:ln w="38100">
            <a:solidFill>
              <a:srgbClr val="00B0F0"/>
            </a:solidFill>
            <a:prstDash val="solid"/>
          </a:ln>
        </p:spPr>
        <p:txBody>
          <a:bodyPr/>
          <a:lstStyle/>
          <a:p>
            <a:pPr algn="ctr"/>
            <a:endParaRPr lang="en-IN"/>
          </a:p>
        </p:txBody>
      </p:sp>
      <p:sp>
        <p:nvSpPr>
          <p:cNvPr id="56" name="Text 0">
            <a:extLst>
              <a:ext uri="{FF2B5EF4-FFF2-40B4-BE49-F238E27FC236}">
                <a16:creationId xmlns:a16="http://schemas.microsoft.com/office/drawing/2014/main" id="{38987F6F-6F02-3514-A83F-1E0C7920F57B}"/>
              </a:ext>
            </a:extLst>
          </p:cNvPr>
          <p:cNvSpPr/>
          <p:nvPr/>
        </p:nvSpPr>
        <p:spPr>
          <a:xfrm>
            <a:off x="457200" y="317608"/>
            <a:ext cx="8673998" cy="98755"/>
          </a:xfrm>
          <a:prstGeom prst="rect">
            <a:avLst/>
          </a:prstGeom>
          <a:noFill/>
          <a:ln/>
        </p:spPr>
        <p:txBody>
          <a:bodyPr wrap="square" lIns="0" tIns="0" rIns="0" bIns="0" rtlCol="0" anchor="ctr"/>
          <a:lstStyle/>
          <a:p>
            <a:r>
              <a:rPr lang="en-US" sz="1000" dirty="0">
                <a:solidFill>
                  <a:srgbClr val="2C2E82"/>
                </a:solidFill>
                <a:latin typeface="Raleway Bold" pitchFamily="2" charset="0"/>
                <a:ea typeface="Arial" pitchFamily="34" charset="-122"/>
                <a:cs typeface="Arial" pitchFamily="34" charset="-120"/>
              </a:rPr>
              <a:t>3  |  [Client] - [Role] – [Report Title]</a:t>
            </a:r>
            <a:endParaRPr lang="en-US" sz="1000" dirty="0">
              <a:solidFill>
                <a:srgbClr val="2C2E82"/>
              </a:solidFill>
              <a:latin typeface="Raleway Bold"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362"/>
        </a:solidFill>
        <a:effectLst/>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3810">
            <a:solidFill>
              <a:srgbClr val="FFFFFF">
                <a:alpha val="12000"/>
              </a:srgbClr>
            </a:solidFill>
            <a:prstDash val="solid"/>
          </a:ln>
        </p:spPr>
        <p:txBody>
          <a:bodyPr/>
          <a:lstStyle/>
          <a:p>
            <a:endParaRPr lang="en-IN"/>
          </a:p>
        </p:txBody>
      </p:sp>
      <p:sp>
        <p:nvSpPr>
          <p:cNvPr id="9" name="Shape 7"/>
          <p:cNvSpPr/>
          <p:nvPr/>
        </p:nvSpPr>
        <p:spPr>
          <a:xfrm>
            <a:off x="0" y="6848856"/>
            <a:ext cx="12188952" cy="0"/>
          </a:xfrm>
          <a:prstGeom prst="line">
            <a:avLst/>
          </a:prstGeom>
          <a:noFill/>
          <a:ln w="3810">
            <a:solidFill>
              <a:srgbClr val="FFFFFF">
                <a:alpha val="12000"/>
              </a:srgbClr>
            </a:solidFill>
            <a:prstDash val="solid"/>
          </a:ln>
        </p:spPr>
        <p:txBody>
          <a:bodyPr/>
          <a:lstStyle/>
          <a:p>
            <a:endParaRPr lang="en-IN"/>
          </a:p>
        </p:txBody>
      </p:sp>
      <p:sp>
        <p:nvSpPr>
          <p:cNvPr id="14" name="Text 12"/>
          <p:cNvSpPr/>
          <p:nvPr/>
        </p:nvSpPr>
        <p:spPr>
          <a:xfrm>
            <a:off x="480291" y="4253633"/>
            <a:ext cx="10360152" cy="1625598"/>
          </a:xfrm>
          <a:prstGeom prst="rect">
            <a:avLst/>
          </a:prstGeom>
          <a:noFill/>
          <a:ln/>
        </p:spPr>
        <p:txBody>
          <a:bodyPr wrap="square" lIns="0" tIns="0" rIns="0" bIns="0" rtlCol="0" anchor="ctr"/>
          <a:lstStyle/>
          <a:p>
            <a:pPr marL="0" indent="0">
              <a:buNone/>
            </a:pPr>
            <a:r>
              <a:rPr lang="en-US" sz="1300" b="1" i="1" dirty="0">
                <a:solidFill>
                  <a:schemeClr val="bg1"/>
                </a:solidFill>
                <a:latin typeface="Arial" pitchFamily="34" charset="0"/>
                <a:ea typeface="Arial" pitchFamily="34" charset="-122"/>
                <a:cs typeface="Arial" pitchFamily="34" charset="-120"/>
              </a:rPr>
              <a:t>Disclaimer</a:t>
            </a:r>
            <a:r>
              <a:rPr lang="en-US" sz="1300" i="1" dirty="0">
                <a:solidFill>
                  <a:schemeClr val="bg1"/>
                </a:solidFill>
                <a:latin typeface="Arial" pitchFamily="34" charset="0"/>
                <a:ea typeface="Arial" pitchFamily="34" charset="-122"/>
                <a:cs typeface="Arial" pitchFamily="34" charset="-120"/>
              </a:rPr>
              <a:t> </a:t>
            </a:r>
          </a:p>
          <a:p>
            <a:pPr marL="0" indent="0">
              <a:buNone/>
            </a:pPr>
            <a:endParaRPr lang="en-US" sz="1300" i="1" dirty="0">
              <a:solidFill>
                <a:schemeClr val="bg1"/>
              </a:solidFill>
              <a:latin typeface="Arial" pitchFamily="34" charset="0"/>
              <a:ea typeface="Arial" pitchFamily="34" charset="-122"/>
              <a:cs typeface="Arial" pitchFamily="34" charset="-120"/>
            </a:endParaRPr>
          </a:p>
          <a:p>
            <a:pPr marL="0" indent="0">
              <a:buNone/>
            </a:pPr>
            <a:r>
              <a:rPr lang="en-US" sz="1300" i="1" dirty="0">
                <a:solidFill>
                  <a:schemeClr val="bg1"/>
                </a:solidFill>
                <a:latin typeface="Arial" pitchFamily="34" charset="0"/>
                <a:ea typeface="Arial" pitchFamily="34" charset="-122"/>
                <a:cs typeface="Arial" pitchFamily="34" charset="-120"/>
              </a:rPr>
              <a:t>Sheffield Haworth shall not, in any way whatsoever, be responsible for your use of the data; the report should be used for information and analysis purposes. </a:t>
            </a:r>
          </a:p>
          <a:p>
            <a:pPr marL="0" indent="0">
              <a:buNone/>
            </a:pPr>
            <a:endParaRPr lang="en-US" sz="1300" i="1" dirty="0">
              <a:solidFill>
                <a:schemeClr val="bg1"/>
              </a:solidFill>
              <a:latin typeface="Arial" pitchFamily="34" charset="0"/>
              <a:ea typeface="Arial" pitchFamily="34" charset="-122"/>
              <a:cs typeface="Arial" pitchFamily="34" charset="-120"/>
            </a:endParaRPr>
          </a:p>
          <a:p>
            <a:pPr marL="0" indent="0">
              <a:buNone/>
            </a:pPr>
            <a:r>
              <a:rPr lang="en-US" sz="1300" i="1" dirty="0">
                <a:solidFill>
                  <a:schemeClr val="bg1"/>
                </a:solidFill>
                <a:latin typeface="Arial" pitchFamily="34" charset="0"/>
                <a:ea typeface="Arial" pitchFamily="34" charset="-122"/>
                <a:cs typeface="Arial" pitchFamily="34" charset="-120"/>
              </a:rPr>
              <a:t>This document may not be reproduced, published, redistributed, or passed onto any third party or any other person, in whole or any part, for any purpose without the prior written consent of Sheffield Haworth. We recommend that this report is not used beyond its intended use. </a:t>
            </a:r>
            <a:endParaRPr lang="en-US" sz="1300" dirty="0">
              <a:solidFill>
                <a:schemeClr val="bg1"/>
              </a:solidFill>
            </a:endParaRPr>
          </a:p>
        </p:txBody>
      </p:sp>
      <p:sp>
        <p:nvSpPr>
          <p:cNvPr id="21" name="Text 25">
            <a:extLst>
              <a:ext uri="{FF2B5EF4-FFF2-40B4-BE49-F238E27FC236}">
                <a16:creationId xmlns:a16="http://schemas.microsoft.com/office/drawing/2014/main" id="{CBFB9601-BA37-5655-B0CE-FB5F8322A2BE}"/>
              </a:ext>
            </a:extLst>
          </p:cNvPr>
          <p:cNvSpPr/>
          <p:nvPr/>
        </p:nvSpPr>
        <p:spPr>
          <a:xfrm>
            <a:off x="548640" y="6568847"/>
            <a:ext cx="5486400" cy="164592"/>
          </a:xfrm>
          <a:prstGeom prst="rect">
            <a:avLst/>
          </a:prstGeom>
          <a:noFill/>
          <a:ln/>
        </p:spPr>
        <p:txBody>
          <a:bodyPr wrap="square" lIns="0" tIns="0" rIns="0" bIns="0" rtlCol="0" anchor="ctr"/>
          <a:lstStyle/>
          <a:p>
            <a:pPr marL="0" indent="0">
              <a:buNone/>
            </a:pPr>
            <a:r>
              <a:rPr lang="en-US" sz="600" b="1" kern="0" spc="200" dirty="0">
                <a:solidFill>
                  <a:srgbClr val="00B0F0"/>
                </a:solidFill>
                <a:latin typeface="Arial" pitchFamily="34" charset="0"/>
                <a:ea typeface="Arial" pitchFamily="34" charset="-122"/>
                <a:cs typeface="Arial" pitchFamily="34" charset="-120"/>
              </a:rPr>
              <a:t>SHEFFIELDHAWORTH.COM</a:t>
            </a:r>
            <a:endParaRPr lang="en-US" sz="600" b="1" dirty="0">
              <a:solidFill>
                <a:srgbClr val="00B0F0"/>
              </a:solidFill>
            </a:endParaRPr>
          </a:p>
        </p:txBody>
      </p:sp>
      <p:sp>
        <p:nvSpPr>
          <p:cNvPr id="23" name="Text 26">
            <a:extLst>
              <a:ext uri="{FF2B5EF4-FFF2-40B4-BE49-F238E27FC236}">
                <a16:creationId xmlns:a16="http://schemas.microsoft.com/office/drawing/2014/main" id="{6CDBE8F2-2981-0C33-AF6A-9DD7E6709345}"/>
              </a:ext>
            </a:extLst>
          </p:cNvPr>
          <p:cNvSpPr/>
          <p:nvPr/>
        </p:nvSpPr>
        <p:spPr>
          <a:xfrm>
            <a:off x="10988501" y="6583243"/>
            <a:ext cx="654859" cy="135800"/>
          </a:xfrm>
          <a:prstGeom prst="rect">
            <a:avLst/>
          </a:prstGeom>
          <a:noFill/>
          <a:ln/>
        </p:spPr>
        <p:txBody>
          <a:bodyPr wrap="square" lIns="0" tIns="0" rIns="0" bIns="0" rtlCol="0" anchor="ctr"/>
          <a:lstStyle/>
          <a:p>
            <a:pPr marL="0" indent="0" algn="r">
              <a:buNone/>
            </a:pPr>
            <a:r>
              <a:rPr lang="en-US" sz="600" dirty="0">
                <a:solidFill>
                  <a:srgbClr val="00B0F0"/>
                </a:solidFill>
                <a:latin typeface="Arial" pitchFamily="34" charset="0"/>
                <a:ea typeface="Arial" pitchFamily="34" charset="-122"/>
                <a:cs typeface="Arial" pitchFamily="34" charset="-120"/>
              </a:rPr>
              <a:t>Confidential</a:t>
            </a:r>
            <a:endParaRPr lang="en-US" sz="600" dirty="0">
              <a:solidFill>
                <a:srgbClr val="00B0F0"/>
              </a:solidFill>
            </a:endParaRPr>
          </a:p>
        </p:txBody>
      </p:sp>
      <p:sp>
        <p:nvSpPr>
          <p:cNvPr id="25" name="Shape 24">
            <a:extLst>
              <a:ext uri="{FF2B5EF4-FFF2-40B4-BE49-F238E27FC236}">
                <a16:creationId xmlns:a16="http://schemas.microsoft.com/office/drawing/2014/main" id="{4C3954A6-C453-3AA2-06D4-3A5B766F86D3}"/>
              </a:ext>
            </a:extLst>
          </p:cNvPr>
          <p:cNvSpPr/>
          <p:nvPr/>
        </p:nvSpPr>
        <p:spPr>
          <a:xfrm>
            <a:off x="548640" y="6534067"/>
            <a:ext cx="11094720" cy="0"/>
          </a:xfrm>
          <a:prstGeom prst="line">
            <a:avLst/>
          </a:prstGeom>
          <a:noFill/>
          <a:ln w="12700">
            <a:solidFill>
              <a:srgbClr val="00B0F0"/>
            </a:solidFill>
            <a:prstDash val="solid"/>
          </a:ln>
        </p:spPr>
        <p:txBody>
          <a:bodyPr/>
          <a:lstStyle/>
          <a:p>
            <a:endParaRPr lang="en-IN">
              <a:solidFill>
                <a:srgbClr val="00B0F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TotalTime>
  <Words>379</Words>
  <Application>Microsoft Office PowerPoint</Application>
  <PresentationFormat>Widescreen</PresentationFormat>
  <Paragraphs>100</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Raleway</vt:lpstr>
      <vt:lpstr>Raleway Bold</vt:lpstr>
      <vt:lpstr>Raleway ExtraLight</vt:lpstr>
      <vt:lpstr>Raleway Medium</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Candidate Update Report</dc:title>
  <dc:subject>PptxGenJS Presentation</dc:subject>
  <dc:creator>Sheffield Haworth DocGen</dc:creator>
  <cp:lastModifiedBy>Amber Shamim</cp:lastModifiedBy>
  <cp:revision>4</cp:revision>
  <dcterms:created xsi:type="dcterms:W3CDTF">2026-06-22T13:03:28Z</dcterms:created>
  <dcterms:modified xsi:type="dcterms:W3CDTF">2026-06-22T16:04:43Z</dcterms:modified>
</cp:coreProperties>
</file>