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526" r:id="rId5"/>
    <p:sldId id="5825" r:id="rId7"/>
    <p:sldId id="433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17001F-C0E4-4030-88E2-740A1360B16D}" v="1" dt="2026-07-28T13:37:34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Shipp" userId="68c97247-92ef-4b1c-b465-82806c965376" providerId="ADAL" clId="{4DCAE9D9-F975-44BA-84D7-A3D6A5C7C7C4}"/>
    <pc:docChg chg="custSel modSld">
      <pc:chgData name="Samuel Shipp" userId="68c97247-92ef-4b1c-b465-82806c965376" providerId="ADAL" clId="{4DCAE9D9-F975-44BA-84D7-A3D6A5C7C7C4}" dt="2026-07-28T13:37:50.763" v="35" actId="1038"/>
      <pc:docMkLst>
        <pc:docMk/>
      </pc:docMkLst>
      <pc:sldChg chg="addSp modSp mod">
        <pc:chgData name="Samuel Shipp" userId="68c97247-92ef-4b1c-b465-82806c965376" providerId="ADAL" clId="{4DCAE9D9-F975-44BA-84D7-A3D6A5C7C7C4}" dt="2026-07-28T13:37:50.763" v="35" actId="1038"/>
        <pc:sldMkLst>
          <pc:docMk/>
          <pc:sldMk cId="1514435219" sldId="4334"/>
        </pc:sldMkLst>
        <pc:spChg chg="add mod">
          <ac:chgData name="Samuel Shipp" userId="68c97247-92ef-4b1c-b465-82806c965376" providerId="ADAL" clId="{4DCAE9D9-F975-44BA-84D7-A3D6A5C7C7C4}" dt="2026-07-28T13:37:50.763" v="35" actId="1038"/>
          <ac:spMkLst>
            <pc:docMk/>
            <pc:sldMk cId="1514435219" sldId="4334"/>
            <ac:spMk id="5" creationId="{767CECFF-2B62-910E-27E3-72AC1BF2417D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slideMaster" Target="../slideMasters/slideMaster1.xml"/><Relationship Id="rId5" Type="http://schemas.openxmlformats.org/officeDocument/2006/relationships/hyperlink" Target="https://www.sheffieldhaworth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hyperlink" Target="https://www.sheffieldhaworth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slideMaster" Target="../slideMasters/slideMaster1.xml"/><Relationship Id="rId5" Type="http://schemas.openxmlformats.org/officeDocument/2006/relationships/hyperlink" Target="https://www.sheffieldhaworth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hyperlink" Target="https://www.sheffieldhaworth.com/" TargetMode="External"/><Relationship Id="rId4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jpeg"/><Relationship Id="rId4" Type="http://schemas.openxmlformats.org/officeDocument/2006/relationships/hyperlink" Target="https://www.sheffieldhaworth.com/" TargetMode="Externa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hyperlink" Target="https://www.sheffieldhaworth.com/" TargetMode="External"/><Relationship Id="rId4" Type="http://schemas.openxmlformats.org/officeDocument/2006/relationships/image" Target="../media/image3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jpeg"/><Relationship Id="rId4" Type="http://schemas.openxmlformats.org/officeDocument/2006/relationships/hyperlink" Target="https://www.sheffieldhaworth.com/" TargetMode="Externa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.jpeg"/><Relationship Id="rId4" Type="http://schemas.openxmlformats.org/officeDocument/2006/relationships/hyperlink" Target="https://www.sheffieldhaworth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lain text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72AC86-FAD0-D84B-8DBD-9E6DC3D4B3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30A2EA1-A38C-C39B-ECDE-81067D5E09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8872" y="762011"/>
            <a:ext cx="11107028" cy="5730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47822DE-C066-0E13-96B9-58BD9CEE8B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1926" y="1608904"/>
            <a:ext cx="11102975" cy="442213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E0E8A17-DB25-9A63-FDAF-56A4B61855C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 Bold" pitchFamily="2" charset="0"/>
              </a:defRPr>
            </a:lvl1pPr>
          </a:lstStyle>
          <a:p>
            <a:pPr lvl="0"/>
            <a:r>
              <a:rPr lang="en-US"/>
              <a:t>| DECK TITLE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6AD0C-D1A8-4563-B030-2EEC642B6AE1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 Black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 Black" pitchFamily="2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82B080-FEC5-D145-8520-02936185C18B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38872" y="6362700"/>
            <a:ext cx="111029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99CAF8-48FB-604A-B80B-600F2E1F34E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42924" y="6398353"/>
            <a:ext cx="1409701" cy="9233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600" b="1" i="0" u="none" spc="150" baseline="0">
                <a:solidFill>
                  <a:schemeClr val="accent1"/>
                </a:solidFill>
                <a:latin typeface="Raleway Black" pitchFamily="2" charset="7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SHEFFIELDHAWORTH.COM</a:t>
            </a:r>
            <a:endParaRPr lang="en-US" sz="600" b="1" i="0" u="none" spc="150" baseline="0">
              <a:solidFill>
                <a:schemeClr val="accent1"/>
              </a:solidFill>
              <a:latin typeface="Raleway Black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EA96A1-A5D4-3548-901D-72CF79962F56}"/>
              </a:ext>
            </a:extLst>
          </p:cNvPr>
          <p:cNvSpPr/>
          <p:nvPr userDrawn="1"/>
        </p:nvSpPr>
        <p:spPr>
          <a:xfrm>
            <a:off x="538872" y="6477986"/>
            <a:ext cx="1388353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7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in text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72AC86-FAD0-D84B-8DBD-9E6DC3D4B3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30A2EA1-A38C-C39B-ECDE-81067D5E09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8872" y="559343"/>
            <a:ext cx="11107028" cy="5730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>
                <a:latin typeface="Raleway"/>
              </a:rPr>
              <a:t>Title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47822DE-C066-0E13-96B9-58BD9CEE8B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1926" y="1608904"/>
            <a:ext cx="11102975" cy="442213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>
                <a:latin typeface="Raleway"/>
              </a:rPr>
              <a:t>Insert text</a:t>
            </a:r>
            <a:endParaRPr lang="en-GB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E0E8A17-DB25-9A63-FDAF-56A4B61855C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" pitchFamily="2" charset="0"/>
              </a:defRPr>
            </a:lvl1pPr>
          </a:lstStyle>
          <a:p>
            <a:pPr lvl="0"/>
            <a:r>
              <a:rPr lang="en-US">
                <a:latin typeface="Raleway"/>
              </a:rPr>
              <a:t>| Sheffield Haworth Track Record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6AD0C-D1A8-4563-B030-2EEC642B6AE1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" pitchFamily="2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82B080-FEC5-D145-8520-02936185C18B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38872" y="6362700"/>
            <a:ext cx="111029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99CAF8-48FB-604A-B80B-600F2E1F34E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42924" y="6398353"/>
            <a:ext cx="1409701" cy="9233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600" b="1" i="0" u="none" spc="150" baseline="0">
                <a:solidFill>
                  <a:schemeClr val="accent1"/>
                </a:solidFill>
                <a:latin typeface="Raleway" pitchFamily="2" charset="7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SHEFFIELDHAWORTH.COM</a:t>
            </a:r>
            <a:endParaRPr lang="en-US" sz="600" b="1" i="0" u="none" spc="150" baseline="0">
              <a:solidFill>
                <a:schemeClr val="accent1"/>
              </a:solidFill>
              <a:latin typeface="Raleway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EA96A1-A5D4-3548-901D-72CF79962F56}"/>
              </a:ext>
            </a:extLst>
          </p:cNvPr>
          <p:cNvSpPr/>
          <p:nvPr userDrawn="1"/>
        </p:nvSpPr>
        <p:spPr>
          <a:xfrm>
            <a:off x="538872" y="6477986"/>
            <a:ext cx="1388353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3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_8 pages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5EC3C65-104D-EC49-A60B-D15C7D9ED9D6}"/>
              </a:ext>
            </a:extLst>
          </p:cNvPr>
          <p:cNvSpPr txBox="1"/>
          <p:nvPr userDrawn="1"/>
        </p:nvSpPr>
        <p:spPr>
          <a:xfrm>
            <a:off x="542925" y="4859371"/>
            <a:ext cx="3570288" cy="116858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b="0" i="0">
                <a:solidFill>
                  <a:srgbClr val="2D2F82"/>
                </a:solidFill>
                <a:effectLst/>
                <a:latin typeface="Raleway Medium" pitchFamily="2" charset="77"/>
              </a:rPr>
              <a:t>Agenda</a:t>
            </a:r>
            <a:endParaRPr lang="en-GB" sz="6600" b="0" i="0">
              <a:latin typeface="Raleway Medium" pitchFamily="2" charset="77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DA8522-31C3-294F-A199-F099BF1D439F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542925" y="6362700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B41D47-AA4A-1241-9F1B-C8C9860E12EB}"/>
              </a:ext>
            </a:extLst>
          </p:cNvPr>
          <p:cNvCxnSpPr/>
          <p:nvPr userDrawn="1">
            <p:custDataLst>
              <p:tags r:id="rId2"/>
            </p:custDataLst>
          </p:nvPr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2C5F49-5139-5843-ADDD-E49E60F31ABD}"/>
              </a:ext>
            </a:extLst>
          </p:cNvPr>
          <p:cNvCxnSpPr>
            <a:cxnSpLocks/>
          </p:cNvCxnSpPr>
          <p:nvPr userDrawn="1"/>
        </p:nvCxnSpPr>
        <p:spPr>
          <a:xfrm>
            <a:off x="4799308" y="486656"/>
            <a:ext cx="0" cy="523109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56A1B54-4D74-3445-8479-9D0A4AACDE76}"/>
              </a:ext>
            </a:extLst>
          </p:cNvPr>
          <p:cNvCxnSpPr>
            <a:cxnSpLocks/>
            <a:endCxn id="9" idx="0"/>
          </p:cNvCxnSpPr>
          <p:nvPr userDrawn="1"/>
        </p:nvCxnSpPr>
        <p:spPr>
          <a:xfrm>
            <a:off x="8558072" y="498369"/>
            <a:ext cx="26008" cy="498818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7C3268-F01D-3BD5-0578-FD7C3829E5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 Bold" pitchFamily="2" charset="0"/>
              </a:defRPr>
            </a:lvl1pPr>
          </a:lstStyle>
          <a:p>
            <a:pPr lvl="0"/>
            <a:r>
              <a:rPr lang="en-US"/>
              <a:t>| DECK TITLE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DD001-6BD2-DB0C-03E6-421E104225F4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 Black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 Black" pitchFamily="2" charset="77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11C1D1-36D5-424D-B6D0-20F176C3E84A}"/>
              </a:ext>
            </a:extLst>
          </p:cNvPr>
          <p:cNvCxnSpPr>
            <a:cxnSpLocks/>
          </p:cNvCxnSpPr>
          <p:nvPr userDrawn="1"/>
        </p:nvCxnSpPr>
        <p:spPr>
          <a:xfrm flipH="1">
            <a:off x="4757670" y="2606904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3E25286-0884-434A-84AB-6B775C7E4B24}"/>
              </a:ext>
            </a:extLst>
          </p:cNvPr>
          <p:cNvSpPr/>
          <p:nvPr userDrawn="1"/>
        </p:nvSpPr>
        <p:spPr>
          <a:xfrm>
            <a:off x="5145458" y="2421716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F52863-F3AD-B34C-9675-AD0B8AF5F65F}"/>
              </a:ext>
            </a:extLst>
          </p:cNvPr>
          <p:cNvCxnSpPr>
            <a:cxnSpLocks/>
          </p:cNvCxnSpPr>
          <p:nvPr userDrawn="1"/>
        </p:nvCxnSpPr>
        <p:spPr>
          <a:xfrm flipH="1">
            <a:off x="4757670" y="3359379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687D89E0-F95F-3843-B1D8-42E201669C52}"/>
              </a:ext>
            </a:extLst>
          </p:cNvPr>
          <p:cNvSpPr/>
          <p:nvPr userDrawn="1"/>
        </p:nvSpPr>
        <p:spPr>
          <a:xfrm>
            <a:off x="5145458" y="3174191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37CD785-1D80-7B4A-820A-413C7728F149}"/>
              </a:ext>
            </a:extLst>
          </p:cNvPr>
          <p:cNvCxnSpPr>
            <a:cxnSpLocks/>
          </p:cNvCxnSpPr>
          <p:nvPr userDrawn="1"/>
        </p:nvCxnSpPr>
        <p:spPr>
          <a:xfrm flipH="1">
            <a:off x="4757670" y="4127729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0A23250E-EABD-2C4F-AAB2-8C00BEEF2FA1}"/>
              </a:ext>
            </a:extLst>
          </p:cNvPr>
          <p:cNvSpPr/>
          <p:nvPr userDrawn="1"/>
        </p:nvSpPr>
        <p:spPr>
          <a:xfrm>
            <a:off x="5145458" y="3942541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B5F836A-8011-9841-938C-0E8EDCAFF5CB}"/>
              </a:ext>
            </a:extLst>
          </p:cNvPr>
          <p:cNvCxnSpPr>
            <a:cxnSpLocks/>
          </p:cNvCxnSpPr>
          <p:nvPr userDrawn="1"/>
        </p:nvCxnSpPr>
        <p:spPr>
          <a:xfrm flipH="1">
            <a:off x="4757670" y="4880204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3B7734BD-68F4-0E46-8FF1-109F7B732224}"/>
              </a:ext>
            </a:extLst>
          </p:cNvPr>
          <p:cNvSpPr/>
          <p:nvPr userDrawn="1"/>
        </p:nvSpPr>
        <p:spPr>
          <a:xfrm>
            <a:off x="5145458" y="4695016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85C7150-2CD3-314F-AF2A-21BBEEF13BD5}"/>
              </a:ext>
            </a:extLst>
          </p:cNvPr>
          <p:cNvCxnSpPr>
            <a:cxnSpLocks/>
          </p:cNvCxnSpPr>
          <p:nvPr userDrawn="1"/>
        </p:nvCxnSpPr>
        <p:spPr>
          <a:xfrm flipH="1">
            <a:off x="4757670" y="5639029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89AC8387-BA2C-1B41-B22A-192B36EF6C19}"/>
              </a:ext>
            </a:extLst>
          </p:cNvPr>
          <p:cNvSpPr/>
          <p:nvPr userDrawn="1"/>
        </p:nvSpPr>
        <p:spPr>
          <a:xfrm>
            <a:off x="5145458" y="5453841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A0A55E4-C0D2-724D-ABA0-FA61AC8B8B9B}"/>
              </a:ext>
            </a:extLst>
          </p:cNvPr>
          <p:cNvSpPr/>
          <p:nvPr userDrawn="1"/>
        </p:nvSpPr>
        <p:spPr>
          <a:xfrm>
            <a:off x="4619308" y="2421717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F57C1C8-BB49-4542-8178-79CDC1C848F1}"/>
              </a:ext>
            </a:extLst>
          </p:cNvPr>
          <p:cNvSpPr/>
          <p:nvPr userDrawn="1"/>
        </p:nvSpPr>
        <p:spPr>
          <a:xfrm>
            <a:off x="4619308" y="3178443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68C656E-94B6-7445-8113-9FF442C9C225}"/>
              </a:ext>
            </a:extLst>
          </p:cNvPr>
          <p:cNvSpPr/>
          <p:nvPr userDrawn="1"/>
        </p:nvSpPr>
        <p:spPr>
          <a:xfrm>
            <a:off x="4619308" y="3945176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CD3E399-CAC6-B148-8247-E9E5B94DC469}"/>
              </a:ext>
            </a:extLst>
          </p:cNvPr>
          <p:cNvSpPr/>
          <p:nvPr userDrawn="1"/>
        </p:nvSpPr>
        <p:spPr>
          <a:xfrm>
            <a:off x="4619308" y="4701149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B801F1F-844E-C148-881E-ADD5FBCA07F1}"/>
              </a:ext>
            </a:extLst>
          </p:cNvPr>
          <p:cNvSpPr/>
          <p:nvPr userDrawn="1"/>
        </p:nvSpPr>
        <p:spPr>
          <a:xfrm>
            <a:off x="4619308" y="5459281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C5CBB35-FABC-D24C-964B-C8EFBAEDA8F9}"/>
              </a:ext>
            </a:extLst>
          </p:cNvPr>
          <p:cNvCxnSpPr>
            <a:cxnSpLocks/>
          </p:cNvCxnSpPr>
          <p:nvPr userDrawn="1"/>
        </p:nvCxnSpPr>
        <p:spPr>
          <a:xfrm flipH="1">
            <a:off x="8524740" y="3359379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1C93DF87-023B-D14B-8017-40F86B41E342}"/>
              </a:ext>
            </a:extLst>
          </p:cNvPr>
          <p:cNvSpPr/>
          <p:nvPr userDrawn="1"/>
        </p:nvSpPr>
        <p:spPr>
          <a:xfrm>
            <a:off x="8912528" y="3174191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AD394A2-A072-664D-9FC9-78C045030247}"/>
              </a:ext>
            </a:extLst>
          </p:cNvPr>
          <p:cNvCxnSpPr>
            <a:cxnSpLocks/>
          </p:cNvCxnSpPr>
          <p:nvPr userDrawn="1"/>
        </p:nvCxnSpPr>
        <p:spPr>
          <a:xfrm flipH="1">
            <a:off x="8524740" y="4127729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E2D8F89A-FC5B-654A-BF09-DAD5567B844F}"/>
              </a:ext>
            </a:extLst>
          </p:cNvPr>
          <p:cNvSpPr/>
          <p:nvPr userDrawn="1"/>
        </p:nvSpPr>
        <p:spPr>
          <a:xfrm>
            <a:off x="8912528" y="3942541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AF6C960-E3C2-FA48-8AA8-0FD164F74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8524740" y="4880204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9889A4A-3BB8-334B-A7A9-1F41734693E5}"/>
              </a:ext>
            </a:extLst>
          </p:cNvPr>
          <p:cNvSpPr/>
          <p:nvPr userDrawn="1"/>
        </p:nvSpPr>
        <p:spPr>
          <a:xfrm>
            <a:off x="8912528" y="4695016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A73F270-6DAC-694C-946C-2B83271E07F8}"/>
              </a:ext>
            </a:extLst>
          </p:cNvPr>
          <p:cNvSpPr/>
          <p:nvPr userDrawn="1"/>
        </p:nvSpPr>
        <p:spPr>
          <a:xfrm>
            <a:off x="8386378" y="3178443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AC9F995-A19E-8E4E-A2B1-1EB816A5D23F}"/>
              </a:ext>
            </a:extLst>
          </p:cNvPr>
          <p:cNvSpPr/>
          <p:nvPr userDrawn="1"/>
        </p:nvSpPr>
        <p:spPr>
          <a:xfrm>
            <a:off x="8386378" y="3945176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27E75A5-5A6F-2A40-99CB-21D39DC8D975}"/>
              </a:ext>
            </a:extLst>
          </p:cNvPr>
          <p:cNvSpPr/>
          <p:nvPr userDrawn="1"/>
        </p:nvSpPr>
        <p:spPr>
          <a:xfrm>
            <a:off x="8386378" y="4701149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Text Placeholder 7">
            <a:extLst>
              <a:ext uri="{FF2B5EF4-FFF2-40B4-BE49-F238E27FC236}">
                <a16:creationId xmlns:a16="http://schemas.microsoft.com/office/drawing/2014/main" id="{EC318FA0-C3DF-534A-AF65-F345D26C2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57800" y="2420938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110" name="Text Placeholder 7">
            <a:extLst>
              <a:ext uri="{FF2B5EF4-FFF2-40B4-BE49-F238E27FC236}">
                <a16:creationId xmlns:a16="http://schemas.microsoft.com/office/drawing/2014/main" id="{A0561278-00A3-8640-9A0D-D71559FA0B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9292" y="2460372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11" name="Text Placeholder 7">
            <a:extLst>
              <a:ext uri="{FF2B5EF4-FFF2-40B4-BE49-F238E27FC236}">
                <a16:creationId xmlns:a16="http://schemas.microsoft.com/office/drawing/2014/main" id="{CE924CD9-206C-7D46-873B-40C9DF7A7C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68878" y="3191713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112" name="Text Placeholder 7">
            <a:extLst>
              <a:ext uri="{FF2B5EF4-FFF2-40B4-BE49-F238E27FC236}">
                <a16:creationId xmlns:a16="http://schemas.microsoft.com/office/drawing/2014/main" id="{FEF63F6C-D7E2-0F4B-A58F-C30A1F2A70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309" y="3231147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F3DAC670-461A-EC49-98F1-33FB089FC1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8878" y="3954747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47B1398B-6F47-6F43-B833-322EEAFB9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309" y="3994181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15" name="Text Placeholder 7">
            <a:extLst>
              <a:ext uri="{FF2B5EF4-FFF2-40B4-BE49-F238E27FC236}">
                <a16:creationId xmlns:a16="http://schemas.microsoft.com/office/drawing/2014/main" id="{D05DF969-51D3-3A45-9666-A0DB0B466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68878" y="4706373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116" name="Text Placeholder 7">
            <a:extLst>
              <a:ext uri="{FF2B5EF4-FFF2-40B4-BE49-F238E27FC236}">
                <a16:creationId xmlns:a16="http://schemas.microsoft.com/office/drawing/2014/main" id="{19042CD1-9FB3-0F47-AF44-CAD696280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9309" y="4745807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17" name="Text Placeholder 7">
            <a:extLst>
              <a:ext uri="{FF2B5EF4-FFF2-40B4-BE49-F238E27FC236}">
                <a16:creationId xmlns:a16="http://schemas.microsoft.com/office/drawing/2014/main" id="{2ECC93B5-CF51-0144-94EB-7C23A4232B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8861" y="5458640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118" name="Text Placeholder 7">
            <a:extLst>
              <a:ext uri="{FF2B5EF4-FFF2-40B4-BE49-F238E27FC236}">
                <a16:creationId xmlns:a16="http://schemas.microsoft.com/office/drawing/2014/main" id="{F1881C89-D47A-5E4A-849D-E0AE739936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9292" y="5498074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21" name="Text Placeholder 7">
            <a:extLst>
              <a:ext uri="{FF2B5EF4-FFF2-40B4-BE49-F238E27FC236}">
                <a16:creationId xmlns:a16="http://schemas.microsoft.com/office/drawing/2014/main" id="{EB33C5A8-FDEA-1442-89CA-DF651173FC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3649" y="3186543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C4108DEA-8ADA-A647-A438-604FB73F35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04080" y="3225977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9BA3985C-F577-D845-97D1-65A707ACCA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53649" y="3949577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124" name="Text Placeholder 7">
            <a:extLst>
              <a:ext uri="{FF2B5EF4-FFF2-40B4-BE49-F238E27FC236}">
                <a16:creationId xmlns:a16="http://schemas.microsoft.com/office/drawing/2014/main" id="{1F0B8082-831F-174B-98D7-155A3FC0D3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04080" y="3989011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0BA0FB8-FBDB-D34E-9860-E237850308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53649" y="4701203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E8125964-990E-3047-95EB-AE4B95AE49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04080" y="4740637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B84A8C-F022-B144-A1A1-A9B4A1659D67}"/>
              </a:ext>
            </a:extLst>
          </p:cNvPr>
          <p:cNvGrpSpPr/>
          <p:nvPr userDrawn="1"/>
        </p:nvGrpSpPr>
        <p:grpSpPr>
          <a:xfrm>
            <a:off x="536574" y="6398353"/>
            <a:ext cx="1416051" cy="92333"/>
            <a:chOff x="536574" y="6398353"/>
            <a:chExt cx="1416051" cy="9233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F73F5B-1CD3-7848-BA7F-ADC2BCBADF71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542924" y="6398353"/>
              <a:ext cx="1409701" cy="92333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lvl="0"/>
              <a:r>
                <a:rPr lang="en-US" sz="600" b="1" i="0" u="none" spc="150" baseline="0">
                  <a:solidFill>
                    <a:schemeClr val="tx2"/>
                  </a:solidFill>
                  <a:latin typeface="Raleway Black" pitchFamily="2" charset="77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SHEFFIELDHAWORTH.COM</a:t>
              </a:r>
              <a:endParaRPr lang="en-US" sz="600" b="1" i="0" u="none" spc="150" baseline="0">
                <a:solidFill>
                  <a:schemeClr val="tx2"/>
                </a:solidFill>
                <a:latin typeface="Raleway Black" pitchFamily="2" charset="77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B238022-D0E2-9344-8997-0AE0D76E42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6574" y="6482620"/>
              <a:ext cx="141605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D1A754-41AC-AB92-1337-B6A322B46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524740" y="5626120"/>
            <a:ext cx="3949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8B83F96-F727-7933-43DF-79E653353C05}"/>
              </a:ext>
            </a:extLst>
          </p:cNvPr>
          <p:cNvSpPr/>
          <p:nvPr userDrawn="1"/>
        </p:nvSpPr>
        <p:spPr>
          <a:xfrm>
            <a:off x="8912528" y="5440932"/>
            <a:ext cx="36000" cy="359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BFDE86-80AE-BCC3-B971-1E06A1ED93DB}"/>
              </a:ext>
            </a:extLst>
          </p:cNvPr>
          <p:cNvSpPr/>
          <p:nvPr userDrawn="1"/>
        </p:nvSpPr>
        <p:spPr>
          <a:xfrm>
            <a:off x="8386378" y="5447065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6F6374-69F9-4CA0-7166-E30D3EDA94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53649" y="5447119"/>
            <a:ext cx="2611438" cy="3603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n-US"/>
              <a:t>Click to add page title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6A2EBF8-26C6-1832-7DFF-AC30A609D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04080" y="5486553"/>
            <a:ext cx="359999" cy="3603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11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Divider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BD96B52-5726-A24F-AA5F-7C497E277206}"/>
              </a:ext>
            </a:extLst>
          </p:cNvPr>
          <p:cNvSpPr/>
          <p:nvPr userDrawn="1"/>
        </p:nvSpPr>
        <p:spPr>
          <a:xfrm>
            <a:off x="0" y="0"/>
            <a:ext cx="5251450" cy="6858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8F2A67-237E-BA47-B418-F2FE30F86316}"/>
              </a:ext>
            </a:extLst>
          </p:cNvPr>
          <p:cNvSpPr/>
          <p:nvPr userDrawn="1"/>
        </p:nvSpPr>
        <p:spPr>
          <a:xfrm>
            <a:off x="0" y="1511299"/>
            <a:ext cx="187325" cy="3825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61AE0F-1E84-E94F-81D5-9EE28EACEFF6}"/>
              </a:ext>
            </a:extLst>
          </p:cNvPr>
          <p:cNvCxnSpPr/>
          <p:nvPr userDrawn="1"/>
        </p:nvCxnSpPr>
        <p:spPr>
          <a:xfrm>
            <a:off x="542925" y="6362700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346E2F-CF57-7648-B129-187A9B74F573}"/>
              </a:ext>
            </a:extLst>
          </p:cNvPr>
          <p:cNvCxnSpPr/>
          <p:nvPr userDrawn="1"/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D60E574-21A8-713D-1068-1412A4558DD9}"/>
              </a:ext>
            </a:extLst>
          </p:cNvPr>
          <p:cNvSpPr/>
          <p:nvPr userDrawn="1"/>
        </p:nvSpPr>
        <p:spPr>
          <a:xfrm>
            <a:off x="6391240" y="3655049"/>
            <a:ext cx="511200" cy="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7973FC-D366-06C9-51BD-AABA1B2FE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101" y="2582223"/>
            <a:ext cx="4202112" cy="100965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>
                <a:latin typeface="Raleway"/>
              </a:rPr>
              <a:t>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971E3AB-4EEC-3384-F14D-D737832E66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101" y="3754225"/>
            <a:ext cx="4202112" cy="100965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600" b="0" i="1"/>
            </a:lvl1pPr>
          </a:lstStyle>
          <a:p>
            <a:pPr lvl="0"/>
            <a:r>
              <a:rPr lang="en-US">
                <a:latin typeface="Raleway"/>
              </a:rPr>
              <a:t>Subtitle – if needed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44E14283-04DC-8098-E314-5839836FC5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" pitchFamily="2" charset="0"/>
              </a:defRPr>
            </a:lvl1pPr>
          </a:lstStyle>
          <a:p>
            <a:pPr lvl="0"/>
            <a:r>
              <a:rPr lang="en-US">
                <a:latin typeface="Raleway"/>
              </a:rPr>
              <a:t>| DECK TITLE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04609-72E2-FAA9-6A52-51FA7B7504F0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" pitchFamily="2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A176E2-F9FC-9343-96B7-79C88DBC325C}"/>
              </a:ext>
            </a:extLst>
          </p:cNvPr>
          <p:cNvGrpSpPr/>
          <p:nvPr userDrawn="1"/>
        </p:nvGrpSpPr>
        <p:grpSpPr>
          <a:xfrm>
            <a:off x="536574" y="6398353"/>
            <a:ext cx="1416051" cy="92333"/>
            <a:chOff x="536574" y="6398353"/>
            <a:chExt cx="1416051" cy="9233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B424B4-FF6C-7A40-8155-E761606D236D}"/>
                </a:ext>
              </a:extLst>
            </p:cNvPr>
            <p:cNvSpPr txBox="1"/>
            <p:nvPr userDrawn="1">
              <p:custDataLst>
                <p:tags r:id="rId1"/>
              </p:custDataLst>
            </p:nvPr>
          </p:nvSpPr>
          <p:spPr>
            <a:xfrm>
              <a:off x="542924" y="6398353"/>
              <a:ext cx="1409701" cy="92333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lvl="0"/>
              <a:r>
                <a:rPr lang="en-US" sz="600" b="1" i="0" u="none" spc="150" baseline="0">
                  <a:solidFill>
                    <a:schemeClr val="tx2"/>
                  </a:solidFill>
                  <a:latin typeface="Raleway" pitchFamily="2" charset="77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SHEFFIELDHAWORTH.COM</a:t>
              </a:r>
              <a:endParaRPr lang="en-US" sz="600" b="1" i="0" u="none" spc="150" baseline="0">
                <a:solidFill>
                  <a:schemeClr val="tx2"/>
                </a:solidFill>
                <a:latin typeface="Raleway" pitchFamily="2" charset="77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B54BA95-FFB9-A64C-A805-3E2478F55A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6574" y="6482620"/>
              <a:ext cx="1416051" cy="0"/>
            </a:xfrm>
            <a:prstGeom prst="line">
              <a:avLst/>
            </a:prstGeom>
            <a:ln w="12700">
              <a:solidFill>
                <a:srgbClr val="E9E9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4FE94A4-D63C-CBD4-AFE6-1C066ADA2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7" t="-164" r="10711" b="401"/>
          <a:stretch/>
        </p:blipFill>
        <p:spPr>
          <a:xfrm>
            <a:off x="542924" y="963057"/>
            <a:ext cx="5654675" cy="48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43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37003E1-22D4-134C-A9EA-348B59C4791F}"/>
              </a:ext>
            </a:extLst>
          </p:cNvPr>
          <p:cNvSpPr/>
          <p:nvPr userDrawn="1"/>
        </p:nvSpPr>
        <p:spPr>
          <a:xfrm>
            <a:off x="0" y="0"/>
            <a:ext cx="5251450" cy="6858000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05B3A-2B2C-D744-AAB5-9831EFCCD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" t="42214" r="11476" b="1489"/>
          <a:stretch/>
        </p:blipFill>
        <p:spPr>
          <a:xfrm>
            <a:off x="539748" y="1025525"/>
            <a:ext cx="5661029" cy="479742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389F2-48A7-0843-95AA-87C5B256F0A5}"/>
              </a:ext>
            </a:extLst>
          </p:cNvPr>
          <p:cNvSpPr/>
          <p:nvPr userDrawn="1"/>
        </p:nvSpPr>
        <p:spPr>
          <a:xfrm>
            <a:off x="0" y="1511299"/>
            <a:ext cx="187325" cy="38258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FCC73D-83F3-6E4D-B085-EDAE95103795}"/>
              </a:ext>
            </a:extLst>
          </p:cNvPr>
          <p:cNvCxnSpPr/>
          <p:nvPr userDrawn="1"/>
        </p:nvCxnSpPr>
        <p:spPr>
          <a:xfrm>
            <a:off x="542925" y="6362700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29A3D-D38A-8F40-9F6B-C2233A5596B1}"/>
              </a:ext>
            </a:extLst>
          </p:cNvPr>
          <p:cNvCxnSpPr/>
          <p:nvPr userDrawn="1"/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4D610D4-D89C-BD82-E844-A04D15DA237C}"/>
              </a:ext>
            </a:extLst>
          </p:cNvPr>
          <p:cNvSpPr/>
          <p:nvPr userDrawn="1"/>
        </p:nvSpPr>
        <p:spPr>
          <a:xfrm>
            <a:off x="187324" y="1511299"/>
            <a:ext cx="11458575" cy="3835402"/>
          </a:xfrm>
          <a:prstGeom prst="rect">
            <a:avLst/>
          </a:prstGeom>
          <a:solidFill>
            <a:schemeClr val="accent4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4704A8-00E7-B40D-70DB-2926A860E531}"/>
              </a:ext>
            </a:extLst>
          </p:cNvPr>
          <p:cNvSpPr/>
          <p:nvPr userDrawn="1"/>
        </p:nvSpPr>
        <p:spPr>
          <a:xfrm>
            <a:off x="6391240" y="3655049"/>
            <a:ext cx="511200" cy="36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8668CD5-E964-0E63-DF55-279AAC8D52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101" y="2582223"/>
            <a:ext cx="4202112" cy="100965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>
                <a:latin typeface="Raleway"/>
              </a:rPr>
              <a:t>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D487ECB-E0A2-D2D2-DF4E-8350170AF9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101" y="3754225"/>
            <a:ext cx="4202112" cy="100965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600" b="0" i="1"/>
            </a:lvl1pPr>
          </a:lstStyle>
          <a:p>
            <a:pPr lvl="0"/>
            <a:r>
              <a:rPr lang="en-US">
                <a:latin typeface="Raleway"/>
              </a:rPr>
              <a:t>Subtitle – if needed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003A24D-6A8D-38C9-9C33-82E4F106C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" pitchFamily="2" charset="0"/>
              </a:defRPr>
            </a:lvl1pPr>
          </a:lstStyle>
          <a:p>
            <a:pPr lvl="0"/>
            <a:r>
              <a:rPr lang="en-US">
                <a:latin typeface="Raleway"/>
              </a:rPr>
              <a:t>| DECK TITLE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9517FE-A92E-6F18-349B-CB61EBBA482B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" pitchFamily="2" charset="77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946ADE-EE9D-CA4D-B266-DEF3052DD606}"/>
              </a:ext>
            </a:extLst>
          </p:cNvPr>
          <p:cNvCxnSpPr>
            <a:cxnSpLocks/>
          </p:cNvCxnSpPr>
          <p:nvPr userDrawn="1"/>
        </p:nvCxnSpPr>
        <p:spPr>
          <a:xfrm>
            <a:off x="536574" y="6482620"/>
            <a:ext cx="1416051" cy="0"/>
          </a:xfrm>
          <a:prstGeom prst="line">
            <a:avLst/>
          </a:prstGeom>
          <a:ln w="12700">
            <a:solidFill>
              <a:srgbClr val="E7E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D88872-3542-1346-A14A-91294B118AC1}"/>
              </a:ext>
            </a:extLst>
          </p:cNvPr>
          <p:cNvGrpSpPr/>
          <p:nvPr userDrawn="1"/>
        </p:nvGrpSpPr>
        <p:grpSpPr>
          <a:xfrm>
            <a:off x="536574" y="6398353"/>
            <a:ext cx="1416051" cy="92333"/>
            <a:chOff x="536574" y="6398353"/>
            <a:chExt cx="1416051" cy="9233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63062C-2A92-444D-95E0-32A5CB501B19}"/>
                </a:ext>
              </a:extLst>
            </p:cNvPr>
            <p:cNvSpPr txBox="1"/>
            <p:nvPr userDrawn="1">
              <p:custDataLst>
                <p:tags r:id="rId1"/>
              </p:custDataLst>
            </p:nvPr>
          </p:nvSpPr>
          <p:spPr>
            <a:xfrm>
              <a:off x="542924" y="6398353"/>
              <a:ext cx="1409701" cy="92333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lvl="0"/>
              <a:r>
                <a:rPr lang="en-US" sz="600" b="1" i="0" u="none" spc="150" baseline="0">
                  <a:solidFill>
                    <a:schemeClr val="tx2"/>
                  </a:solidFill>
                  <a:latin typeface="Raleway" pitchFamily="2" charset="7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SHEFFIELDHAWORTH.COM</a:t>
              </a:r>
              <a:endParaRPr lang="en-US" sz="600" b="1" i="0" u="none" spc="150" baseline="0">
                <a:solidFill>
                  <a:schemeClr val="tx2"/>
                </a:solidFill>
                <a:latin typeface="Raleway" pitchFamily="2" charset="77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99BB98-552C-F54B-8EE0-7FE3442F67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6574" y="6482620"/>
              <a:ext cx="1416051" cy="0"/>
            </a:xfrm>
            <a:prstGeom prst="line">
              <a:avLst/>
            </a:prstGeom>
            <a:ln w="12700">
              <a:solidFill>
                <a:srgbClr val="ECEA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45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ivider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37003E1-22D4-134C-A9EA-348B59C4791F}"/>
              </a:ext>
            </a:extLst>
          </p:cNvPr>
          <p:cNvSpPr/>
          <p:nvPr userDrawn="1"/>
        </p:nvSpPr>
        <p:spPr>
          <a:xfrm>
            <a:off x="0" y="0"/>
            <a:ext cx="5251450" cy="6858000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2389F2-48A7-0843-95AA-87C5B256F0A5}"/>
              </a:ext>
            </a:extLst>
          </p:cNvPr>
          <p:cNvSpPr/>
          <p:nvPr userDrawn="1"/>
        </p:nvSpPr>
        <p:spPr>
          <a:xfrm>
            <a:off x="0" y="1511299"/>
            <a:ext cx="187325" cy="38258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FCC73D-83F3-6E4D-B085-EDAE95103795}"/>
              </a:ext>
            </a:extLst>
          </p:cNvPr>
          <p:cNvCxnSpPr/>
          <p:nvPr userDrawn="1"/>
        </p:nvCxnSpPr>
        <p:spPr>
          <a:xfrm>
            <a:off x="542925" y="6362700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29A3D-D38A-8F40-9F6B-C2233A5596B1}"/>
              </a:ext>
            </a:extLst>
          </p:cNvPr>
          <p:cNvCxnSpPr/>
          <p:nvPr userDrawn="1"/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FE4445C-D898-5615-3BA4-203A804D69AC}"/>
              </a:ext>
            </a:extLst>
          </p:cNvPr>
          <p:cNvSpPr/>
          <p:nvPr userDrawn="1"/>
        </p:nvSpPr>
        <p:spPr>
          <a:xfrm>
            <a:off x="6391240" y="3655049"/>
            <a:ext cx="511200" cy="36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25F9613-9D09-8CB7-2FFA-EDA92A07E7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101" y="2582223"/>
            <a:ext cx="4202112" cy="100965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>
                <a:latin typeface="Raleway"/>
              </a:rPr>
              <a:t>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DAFF7E9-C5E9-F308-0844-F16B7AD4C1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101" y="3754225"/>
            <a:ext cx="4202112" cy="100965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600" b="0" i="1"/>
            </a:lvl1pPr>
          </a:lstStyle>
          <a:p>
            <a:pPr lvl="0"/>
            <a:r>
              <a:rPr lang="en-US">
                <a:latin typeface="Raleway"/>
              </a:rPr>
              <a:t>Subtitle – if needed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A1F8D5C-71B1-A524-ABBB-28756F06CD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" pitchFamily="2" charset="0"/>
              </a:defRPr>
            </a:lvl1pPr>
          </a:lstStyle>
          <a:p>
            <a:pPr lvl="0"/>
            <a:r>
              <a:rPr lang="en-US">
                <a:latin typeface="Raleway"/>
              </a:rPr>
              <a:t>| DECK TITLE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5CCB2-15A6-4B0B-D2AC-248C1AA79CE5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" pitchFamily="2" charset="77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22F29B-FB63-974E-ABF0-034E6EC9BB7A}"/>
              </a:ext>
            </a:extLst>
          </p:cNvPr>
          <p:cNvGrpSpPr/>
          <p:nvPr userDrawn="1"/>
        </p:nvGrpSpPr>
        <p:grpSpPr>
          <a:xfrm>
            <a:off x="536574" y="6398353"/>
            <a:ext cx="1416051" cy="92333"/>
            <a:chOff x="536574" y="6398353"/>
            <a:chExt cx="1416051" cy="9233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55ECDCD-65DB-E744-B5A8-1B5723047AF2}"/>
                </a:ext>
              </a:extLst>
            </p:cNvPr>
            <p:cNvSpPr txBox="1"/>
            <p:nvPr userDrawn="1">
              <p:custDataLst>
                <p:tags r:id="rId1"/>
              </p:custDataLst>
            </p:nvPr>
          </p:nvSpPr>
          <p:spPr>
            <a:xfrm>
              <a:off x="542924" y="6398353"/>
              <a:ext cx="1409701" cy="92333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lvl="0"/>
              <a:r>
                <a:rPr lang="en-US" sz="600" b="1" i="0" u="none" spc="150" baseline="0">
                  <a:solidFill>
                    <a:schemeClr val="tx2"/>
                  </a:solidFill>
                  <a:latin typeface="Raleway" pitchFamily="2" charset="77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SHEFFIELDHAWORTH.COM</a:t>
              </a:r>
              <a:endParaRPr lang="en-US" sz="600" b="1" i="0" u="none" spc="150" baseline="0">
                <a:solidFill>
                  <a:schemeClr val="tx2"/>
                </a:solidFill>
                <a:latin typeface="Raleway" pitchFamily="2" charset="77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9599DBA-5716-E746-8772-EB54D23EA7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6574" y="6482620"/>
              <a:ext cx="1416051" cy="0"/>
            </a:xfrm>
            <a:prstGeom prst="line">
              <a:avLst/>
            </a:prstGeom>
            <a:ln w="12700">
              <a:solidFill>
                <a:srgbClr val="ECEA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87FD220-4ADB-1C4A-A362-8726207E3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8" b="18248"/>
          <a:stretch/>
        </p:blipFill>
        <p:spPr>
          <a:xfrm>
            <a:off x="542924" y="932262"/>
            <a:ext cx="5654675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1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BD96B52-5726-A24F-AA5F-7C497E277206}"/>
              </a:ext>
            </a:extLst>
          </p:cNvPr>
          <p:cNvSpPr/>
          <p:nvPr userDrawn="1"/>
        </p:nvSpPr>
        <p:spPr>
          <a:xfrm>
            <a:off x="0" y="0"/>
            <a:ext cx="5251450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1E35A0-E09D-6D4E-934C-B224AAFE1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6" r="10676"/>
          <a:stretch/>
        </p:blipFill>
        <p:spPr>
          <a:xfrm>
            <a:off x="539750" y="1025525"/>
            <a:ext cx="5661027" cy="47974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8F2A67-237E-BA47-B418-F2FE30F86316}"/>
              </a:ext>
            </a:extLst>
          </p:cNvPr>
          <p:cNvSpPr/>
          <p:nvPr userDrawn="1"/>
        </p:nvSpPr>
        <p:spPr>
          <a:xfrm>
            <a:off x="0" y="1511299"/>
            <a:ext cx="187325" cy="38258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61AE0F-1E84-E94F-81D5-9EE28EACEFF6}"/>
              </a:ext>
            </a:extLst>
          </p:cNvPr>
          <p:cNvCxnSpPr/>
          <p:nvPr userDrawn="1"/>
        </p:nvCxnSpPr>
        <p:spPr>
          <a:xfrm>
            <a:off x="542925" y="6362700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346E2F-CF57-7648-B129-187A9B74F573}"/>
              </a:ext>
            </a:extLst>
          </p:cNvPr>
          <p:cNvCxnSpPr/>
          <p:nvPr userDrawn="1"/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CD3D73B-9008-EC62-D4A3-DD2F5D3D17C3}"/>
              </a:ext>
            </a:extLst>
          </p:cNvPr>
          <p:cNvSpPr/>
          <p:nvPr userDrawn="1"/>
        </p:nvSpPr>
        <p:spPr>
          <a:xfrm>
            <a:off x="187324" y="1529124"/>
            <a:ext cx="11464925" cy="3825876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60E574-21A8-713D-1068-1412A4558DD9}"/>
              </a:ext>
            </a:extLst>
          </p:cNvPr>
          <p:cNvSpPr/>
          <p:nvPr userDrawn="1"/>
        </p:nvSpPr>
        <p:spPr>
          <a:xfrm>
            <a:off x="6391240" y="3655049"/>
            <a:ext cx="511200" cy="36000"/>
          </a:xfrm>
          <a:prstGeom prst="rect">
            <a:avLst/>
          </a:prstGeom>
          <a:solidFill>
            <a:srgbClr val="877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7973FC-D366-06C9-51BD-AABA1B2FE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101" y="2582223"/>
            <a:ext cx="4202112" cy="100965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>
                <a:latin typeface="Raleway"/>
              </a:rPr>
              <a:t>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971E3AB-4EEC-3384-F14D-D737832E66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101" y="3754225"/>
            <a:ext cx="4202112" cy="100965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600" b="0" i="1"/>
            </a:lvl1pPr>
          </a:lstStyle>
          <a:p>
            <a:pPr lvl="0"/>
            <a:r>
              <a:rPr lang="en-US">
                <a:latin typeface="Raleway"/>
              </a:rPr>
              <a:t>Subtitle – if needed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A4FDAA9-408C-AB40-FEA8-2E58B02273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" pitchFamily="2" charset="0"/>
              </a:defRPr>
            </a:lvl1pPr>
          </a:lstStyle>
          <a:p>
            <a:pPr lvl="0"/>
            <a:r>
              <a:rPr lang="en-US">
                <a:latin typeface="Raleway"/>
              </a:rPr>
              <a:t>| DECK TITLE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6975D-BC06-BD88-3A5D-B15439DB0BAA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" pitchFamily="2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6AC062-42C7-3B49-838D-C18EBB22B995}"/>
              </a:ext>
            </a:extLst>
          </p:cNvPr>
          <p:cNvGrpSpPr/>
          <p:nvPr userDrawn="1"/>
        </p:nvGrpSpPr>
        <p:grpSpPr>
          <a:xfrm>
            <a:off x="536574" y="6398353"/>
            <a:ext cx="1416051" cy="92333"/>
            <a:chOff x="536574" y="6398353"/>
            <a:chExt cx="1416051" cy="9233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F92467-CA6C-D84D-B1AE-89EFAC0AFFA5}"/>
                </a:ext>
              </a:extLst>
            </p:cNvPr>
            <p:cNvSpPr txBox="1"/>
            <p:nvPr userDrawn="1">
              <p:custDataLst>
                <p:tags r:id="rId1"/>
              </p:custDataLst>
            </p:nvPr>
          </p:nvSpPr>
          <p:spPr>
            <a:xfrm>
              <a:off x="542924" y="6398353"/>
              <a:ext cx="1409701" cy="92333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lvl="0"/>
              <a:r>
                <a:rPr lang="en-US" sz="600" b="1" i="0" u="none" spc="150" baseline="0">
                  <a:solidFill>
                    <a:schemeClr val="tx2"/>
                  </a:solidFill>
                  <a:latin typeface="Raleway" pitchFamily="2" charset="7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SHEFFIELDHAWORTH.COM</a:t>
              </a:r>
              <a:endParaRPr lang="en-US" sz="600" b="1" i="0" u="none" spc="150" baseline="0">
                <a:solidFill>
                  <a:schemeClr val="tx2"/>
                </a:solidFill>
                <a:latin typeface="Raleway" pitchFamily="2" charset="77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6F8BBF-AE3D-6445-A190-56B62CFE65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6574" y="6482620"/>
              <a:ext cx="1416051" cy="0"/>
            </a:xfrm>
            <a:prstGeom prst="line">
              <a:avLst/>
            </a:prstGeom>
            <a:ln w="12700">
              <a:solidFill>
                <a:srgbClr val="F2F1F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871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BD96B52-5726-A24F-AA5F-7C497E277206}"/>
              </a:ext>
            </a:extLst>
          </p:cNvPr>
          <p:cNvSpPr/>
          <p:nvPr userDrawn="1"/>
        </p:nvSpPr>
        <p:spPr>
          <a:xfrm>
            <a:off x="0" y="0"/>
            <a:ext cx="5273675" cy="69564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1E35A0-E09D-6D4E-934C-B224AAFE1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2" r="16842"/>
          <a:stretch/>
        </p:blipFill>
        <p:spPr>
          <a:xfrm>
            <a:off x="539750" y="1025525"/>
            <a:ext cx="5661027" cy="47974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8F2A67-237E-BA47-B418-F2FE30F86316}"/>
              </a:ext>
            </a:extLst>
          </p:cNvPr>
          <p:cNvSpPr/>
          <p:nvPr userDrawn="1"/>
        </p:nvSpPr>
        <p:spPr>
          <a:xfrm>
            <a:off x="0" y="1511299"/>
            <a:ext cx="187325" cy="3825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61AE0F-1E84-E94F-81D5-9EE28EACEFF6}"/>
              </a:ext>
            </a:extLst>
          </p:cNvPr>
          <p:cNvCxnSpPr/>
          <p:nvPr userDrawn="1"/>
        </p:nvCxnSpPr>
        <p:spPr>
          <a:xfrm>
            <a:off x="542925" y="6362700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346E2F-CF57-7648-B129-187A9B74F573}"/>
              </a:ext>
            </a:extLst>
          </p:cNvPr>
          <p:cNvCxnSpPr/>
          <p:nvPr userDrawn="1"/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D60E574-21A8-713D-1068-1412A4558DD9}"/>
              </a:ext>
            </a:extLst>
          </p:cNvPr>
          <p:cNvSpPr/>
          <p:nvPr userDrawn="1"/>
        </p:nvSpPr>
        <p:spPr>
          <a:xfrm>
            <a:off x="6391240" y="3655049"/>
            <a:ext cx="511200" cy="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7973FC-D366-06C9-51BD-AABA1B2FE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101" y="2582223"/>
            <a:ext cx="4202112" cy="100965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>
                <a:latin typeface="Raleway"/>
              </a:rPr>
              <a:t>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971E3AB-4EEC-3384-F14D-D737832E66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101" y="3754225"/>
            <a:ext cx="4202112" cy="100965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600" b="0" i="1"/>
            </a:lvl1pPr>
          </a:lstStyle>
          <a:p>
            <a:pPr lvl="0"/>
            <a:r>
              <a:rPr lang="en-US">
                <a:latin typeface="Raleway"/>
              </a:rPr>
              <a:t>Subtitle – if needed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3D1023C-3D44-0C39-8659-634BAD32FC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" pitchFamily="2" charset="0"/>
              </a:defRPr>
            </a:lvl1pPr>
          </a:lstStyle>
          <a:p>
            <a:pPr lvl="0"/>
            <a:r>
              <a:rPr lang="en-US">
                <a:latin typeface="Raleway"/>
              </a:rPr>
              <a:t>| DECK TITLE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336C2-E717-4DEB-E010-39535B53287D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" pitchFamily="2" charset="77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CF73CE-9094-AA49-8FB1-E8DCD7252552}"/>
              </a:ext>
            </a:extLst>
          </p:cNvPr>
          <p:cNvGrpSpPr/>
          <p:nvPr userDrawn="1"/>
        </p:nvGrpSpPr>
        <p:grpSpPr>
          <a:xfrm>
            <a:off x="536574" y="6398353"/>
            <a:ext cx="1416051" cy="92333"/>
            <a:chOff x="536574" y="6398353"/>
            <a:chExt cx="1416051" cy="923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E9FB04-EE2D-1C44-B352-DDD64942AF1F}"/>
                </a:ext>
              </a:extLst>
            </p:cNvPr>
            <p:cNvSpPr txBox="1"/>
            <p:nvPr userDrawn="1">
              <p:custDataLst>
                <p:tags r:id="rId1"/>
              </p:custDataLst>
            </p:nvPr>
          </p:nvSpPr>
          <p:spPr>
            <a:xfrm>
              <a:off x="542924" y="6398353"/>
              <a:ext cx="1409701" cy="92333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lvl="0"/>
              <a:r>
                <a:rPr lang="en-US" sz="600" b="1" i="0" u="none" spc="150" baseline="0">
                  <a:solidFill>
                    <a:schemeClr val="tx2"/>
                  </a:solidFill>
                  <a:latin typeface="Raleway" pitchFamily="2" charset="7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SHEFFIELDHAWORTH.COM</a:t>
              </a:r>
              <a:endParaRPr lang="en-US" sz="600" b="1" i="0" u="none" spc="150" baseline="0">
                <a:solidFill>
                  <a:schemeClr val="tx2"/>
                </a:solidFill>
                <a:latin typeface="Raleway" pitchFamily="2" charset="77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F11DB85-27A0-8844-86D0-75EC70AE6B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6574" y="6482620"/>
              <a:ext cx="1416051" cy="0"/>
            </a:xfrm>
            <a:prstGeom prst="line">
              <a:avLst/>
            </a:prstGeom>
            <a:ln w="12700">
              <a:solidFill>
                <a:srgbClr val="E9E9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85768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AB3B7BA-C6C8-2248-B9FC-305154F0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59A1D4-4565-0F43-8D7F-8D77464C1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3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2"/>
          </a:solidFill>
          <a:latin typeface="Raleway Ligh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lang="en-GB" sz="2400" b="0" i="0" kern="1200" spc="0" dirty="0">
          <a:solidFill>
            <a:schemeClr val="tx2"/>
          </a:solidFill>
          <a:effectLst/>
          <a:latin typeface="Raleway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lang="en-GB" sz="1000" b="1" i="0" kern="1200" dirty="0">
          <a:solidFill>
            <a:schemeClr val="tx2"/>
          </a:solidFill>
          <a:latin typeface="Raleway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lang="en-GB" sz="1000" b="0" i="0" kern="1200" dirty="0">
          <a:solidFill>
            <a:schemeClr val="tx2"/>
          </a:solidFill>
          <a:latin typeface="Raleway Medium" pitchFamily="2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Raleway Medium" pitchFamily="2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600" b="1" i="0" kern="1200" spc="150" baseline="0">
          <a:solidFill>
            <a:schemeClr val="tx2"/>
          </a:solidFill>
          <a:latin typeface="Raleway Black" pitchFamily="2" charset="77"/>
          <a:ea typeface="+mn-ea"/>
          <a:cs typeface="+mn-cs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pos="339">
          <p15:clr>
            <a:srgbClr val="F26B43"/>
          </p15:clr>
        </p15:guide>
        <p15:guide id="4" orient="horz" pos="342">
          <p15:clr>
            <a:srgbClr val="F26B43"/>
          </p15:clr>
        </p15:guide>
        <p15:guide id="5" pos="733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2714">
          <p15:clr>
            <a:srgbClr val="F26B43"/>
          </p15:clr>
        </p15:guide>
        <p15:guide id="8" pos="4966">
          <p15:clr>
            <a:srgbClr val="F26B43"/>
          </p15:clr>
        </p15:guide>
        <p15:guide id="9" pos="5084">
          <p15:clr>
            <a:srgbClr val="F26B43"/>
          </p15:clr>
        </p15:guide>
        <p15:guide id="10" pos="2591">
          <p15:clr>
            <a:srgbClr val="F26B43"/>
          </p15:clr>
        </p15:guide>
        <p15:guide id="11" pos="3774">
          <p15:clr>
            <a:srgbClr val="F26B43"/>
          </p15:clr>
        </p15:guide>
        <p15:guide id="12" pos="3904">
          <p15:clr>
            <a:srgbClr val="F26B43"/>
          </p15:clr>
        </p15:guide>
        <p15:guide id="13" pos="1528">
          <p15:clr>
            <a:srgbClr val="F26B43"/>
          </p15:clr>
        </p15:guide>
        <p15:guide id="14" pos="1404">
          <p15:clr>
            <a:srgbClr val="F26B43"/>
          </p15:clr>
        </p15:guide>
        <p15:guide id="15" pos="6270">
          <p15:clr>
            <a:srgbClr val="F26B43"/>
          </p15:clr>
        </p15:guide>
        <p15:guide id="16" pos="6146">
          <p15:clr>
            <a:srgbClr val="F26B43"/>
          </p15:clr>
        </p15:guide>
        <p15:guide id="17" pos="5548">
          <p15:clr>
            <a:srgbClr val="F26B43"/>
          </p15:clr>
        </p15:guide>
        <p15:guide id="18" pos="5680">
          <p15:clr>
            <a:srgbClr val="F26B43"/>
          </p15:clr>
        </p15:guide>
        <p15:guide id="19" pos="6740">
          <p15:clr>
            <a:srgbClr val="F26B43"/>
          </p15:clr>
        </p15:guide>
        <p15:guide id="20" pos="6872">
          <p15:clr>
            <a:srgbClr val="F26B43"/>
          </p15:clr>
        </p15:guide>
        <p15:guide id="21" pos="4368">
          <p15:clr>
            <a:srgbClr val="F26B43"/>
          </p15:clr>
        </p15:guide>
        <p15:guide id="22" pos="4500">
          <p15:clr>
            <a:srgbClr val="F26B43"/>
          </p15:clr>
        </p15:guide>
        <p15:guide id="23" pos="3176">
          <p15:clr>
            <a:srgbClr val="F26B43"/>
          </p15:clr>
        </p15:guide>
        <p15:guide id="24" pos="3308">
          <p15:clr>
            <a:srgbClr val="F26B43"/>
          </p15:clr>
        </p15:guide>
        <p15:guide id="25" pos="1994">
          <p15:clr>
            <a:srgbClr val="F26B43"/>
          </p15:clr>
        </p15:guide>
        <p15:guide id="26" pos="2126">
          <p15:clr>
            <a:srgbClr val="F26B43"/>
          </p15:clr>
        </p15:guide>
        <p15:guide id="27" pos="806">
          <p15:clr>
            <a:srgbClr val="F26B43"/>
          </p15:clr>
        </p15:guide>
        <p15:guide id="28" pos="938">
          <p15:clr>
            <a:srgbClr val="F26B43"/>
          </p15:clr>
        </p15:guide>
        <p15:guide id="29" orient="horz">
          <p15:clr>
            <a:srgbClr val="F26B43"/>
          </p15:clr>
        </p15:guide>
        <p15:guide id="30" orient="horz" pos="4320">
          <p15:clr>
            <a:srgbClr val="F26B43"/>
          </p15:clr>
        </p15:guide>
        <p15:guide id="31">
          <p15:clr>
            <a:srgbClr val="F26B43"/>
          </p15:clr>
        </p15:guide>
        <p15:guide id="32" pos="7680">
          <p15:clr>
            <a:srgbClr val="F26B43"/>
          </p15:clr>
        </p15:guide>
        <p15:guide id="33" orient="horz" pos="952">
          <p15:clr>
            <a:srgbClr val="F26B43"/>
          </p15:clr>
        </p15:guide>
        <p15:guide id="34" orient="horz" pos="1548">
          <p15:clr>
            <a:srgbClr val="F26B43"/>
          </p15:clr>
        </p15:guide>
        <p15:guide id="35" orient="horz" pos="2768">
          <p15:clr>
            <a:srgbClr val="F26B43"/>
          </p15:clr>
        </p15:guide>
        <p15:guide id="36" orient="horz" pos="3362">
          <p15:clr>
            <a:srgbClr val="F26B43"/>
          </p15:clr>
        </p15:guide>
        <p15:guide id="37" orient="horz" pos="3668">
          <p15:clr>
            <a:srgbClr val="F26B43"/>
          </p15:clr>
        </p15:guide>
        <p15:guide id="38" orient="horz" pos="646">
          <p15:clr>
            <a:srgbClr val="F26B43"/>
          </p15:clr>
        </p15:guide>
        <p15:guide id="39" orient="horz" pos="308">
          <p15:clr>
            <a:srgbClr val="F26B43"/>
          </p15:clr>
        </p15:guide>
        <p15:guide id="40" orient="horz" pos="4008">
          <p15:clr>
            <a:srgbClr val="F26B43"/>
          </p15:clr>
        </p15:guide>
        <p15:guide id="41" orient="horz" pos="118">
          <p15:clr>
            <a:srgbClr val="F26B43"/>
          </p15:clr>
        </p15:guide>
        <p15:guide id="42" pos="116">
          <p15:clr>
            <a:srgbClr val="F26B43"/>
          </p15:clr>
        </p15:guide>
        <p15:guide id="43" orient="horz" pos="4202">
          <p15:clr>
            <a:srgbClr val="F26B43"/>
          </p15:clr>
        </p15:guide>
        <p15:guide id="44" pos="7562">
          <p15:clr>
            <a:srgbClr val="F26B43"/>
          </p15:clr>
        </p15:guide>
        <p15:guide id="45" orient="horz" pos="495">
          <p15:clr>
            <a:srgbClr val="F26B43"/>
          </p15:clr>
        </p15:guide>
        <p15:guide id="46" orient="horz" pos="3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hyperlink" Target="https://www.sheffieldhaworth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D91FAC-AF3A-5063-6DAC-DC125AD1FC8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38872" y="762011"/>
            <a:ext cx="11107028" cy="573087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3E8E7-05FF-FA5D-20BA-8003F5F8784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E4453-1D3B-E995-687E-04212DE93A5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F004C-5230-399C-ADC2-7484F6BF7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18" b="16818"/>
          <a:stretch/>
        </p:blipFill>
        <p:spPr>
          <a:xfrm>
            <a:off x="0" y="1"/>
            <a:ext cx="12192000" cy="4737099"/>
          </a:xfrm>
          <a:custGeom>
            <a:avLst/>
            <a:gdLst>
              <a:gd name="connsiteX0" fmla="*/ 0 w 7589838"/>
              <a:gd name="connsiteY0" fmla="*/ 0 h 7540283"/>
              <a:gd name="connsiteX1" fmla="*/ 7589838 w 7589838"/>
              <a:gd name="connsiteY1" fmla="*/ 0 h 7540283"/>
              <a:gd name="connsiteX2" fmla="*/ 7589838 w 7589838"/>
              <a:gd name="connsiteY2" fmla="*/ 7540283 h 7540283"/>
              <a:gd name="connsiteX3" fmla="*/ 0 w 7589838"/>
              <a:gd name="connsiteY3" fmla="*/ 7540283 h 7540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9838" h="7540283">
                <a:moveTo>
                  <a:pt x="0" y="0"/>
                </a:moveTo>
                <a:lnTo>
                  <a:pt x="7589838" y="0"/>
                </a:lnTo>
                <a:lnTo>
                  <a:pt x="7589838" y="7540283"/>
                </a:lnTo>
                <a:lnTo>
                  <a:pt x="0" y="7540283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B8195E-543E-B453-52EB-31D04801A294}"/>
              </a:ext>
            </a:extLst>
          </p:cNvPr>
          <p:cNvSpPr>
            <a:spLocks/>
          </p:cNvSpPr>
          <p:nvPr/>
        </p:nvSpPr>
        <p:spPr>
          <a:xfrm>
            <a:off x="7413" y="-2929"/>
            <a:ext cx="12192000" cy="4396355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EDD78-B730-60B0-6659-3F8336C402F2}"/>
              </a:ext>
            </a:extLst>
          </p:cNvPr>
          <p:cNvSpPr/>
          <p:nvPr/>
        </p:nvSpPr>
        <p:spPr>
          <a:xfrm>
            <a:off x="0" y="4393426"/>
            <a:ext cx="12192000" cy="2461643"/>
          </a:xfrm>
          <a:prstGeom prst="rect">
            <a:avLst/>
          </a:prstGeom>
          <a:solidFill>
            <a:srgbClr val="2222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3AF01-B23D-7FCC-5BCB-FEC8179688A8}"/>
              </a:ext>
            </a:extLst>
          </p:cNvPr>
          <p:cNvSpPr txBox="1"/>
          <p:nvPr/>
        </p:nvSpPr>
        <p:spPr>
          <a:xfrm>
            <a:off x="668402" y="1714613"/>
            <a:ext cx="12068111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Sheffield Haworth </a:t>
            </a:r>
            <a:r>
              <a:rPr lang="en-GB" sz="3600">
                <a:solidFill>
                  <a:srgbClr val="FFFFFF"/>
                </a:solidFill>
                <a:latin typeface="Raleway"/>
              </a:rPr>
              <a:t>Track Record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 Light" pitchFamily="2" charset="0"/>
              <a:ea typeface="Inter SemiBold" panose="02000503000000020004" pitchFamily="2" charset="0"/>
              <a:cs typeface="Poppins Medium" panose="00000600000000000000" pitchFamily="2" charset="0"/>
            </a:endParaRPr>
          </a:p>
        </p:txBody>
      </p:sp>
      <p:pic>
        <p:nvPicPr>
          <p:cNvPr id="10" name="Picture 9" descr="A blue and white text on a black background&#10;&#10;Description automatically generated">
            <a:extLst>
              <a:ext uri="{FF2B5EF4-FFF2-40B4-BE49-F238E27FC236}">
                <a16:creationId xmlns:a16="http://schemas.microsoft.com/office/drawing/2014/main" id="{83290CA1-B16F-E4B8-F31E-51D6FF48EB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74" y="5638116"/>
            <a:ext cx="2650009" cy="53915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F862FE-6018-90F9-48D3-38959499B162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542925" y="6362700"/>
            <a:ext cx="11102975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107C47-9669-E407-9879-5A18B312EF3F}"/>
              </a:ext>
            </a:extLst>
          </p:cNvPr>
          <p:cNvGrpSpPr/>
          <p:nvPr/>
        </p:nvGrpSpPr>
        <p:grpSpPr>
          <a:xfrm>
            <a:off x="536574" y="6398353"/>
            <a:ext cx="1441451" cy="92333"/>
            <a:chOff x="536574" y="6398353"/>
            <a:chExt cx="1441451" cy="9233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14725E-5828-F914-3C97-E0E01C04DF6D}"/>
                </a:ext>
              </a:extLst>
            </p:cNvPr>
            <p:cNvSpPr txBox="1"/>
            <p:nvPr userDrawn="1">
              <p:custDataLst>
                <p:tags r:id="rId2"/>
              </p:custDataLst>
            </p:nvPr>
          </p:nvSpPr>
          <p:spPr>
            <a:xfrm>
              <a:off x="542924" y="6398353"/>
              <a:ext cx="1409701" cy="92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150" normalizeH="0" baseline="0" noProof="0">
                  <a:ln>
                    <a:noFill/>
                  </a:ln>
                  <a:solidFill>
                    <a:srgbClr val="4D2DCF"/>
                  </a:solidFill>
                  <a:effectLst/>
                  <a:uLnTx/>
                  <a:uFillTx/>
                  <a:latin typeface="Raleway Black" pitchFamily="2" charset="77"/>
                  <a:ea typeface="+mn-ea"/>
                  <a:cs typeface="+mn-cs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SHEFFIELDHAWORTH.COM</a:t>
              </a:r>
              <a:endParaRPr kumimoji="0" lang="en-US" sz="600" b="1" i="0" u="none" strike="noStrike" kern="1200" cap="none" spc="150" normalizeH="0" baseline="0" noProof="0">
                <a:ln>
                  <a:noFill/>
                </a:ln>
                <a:solidFill>
                  <a:srgbClr val="4D2DCF"/>
                </a:solidFill>
                <a:effectLst/>
                <a:uLnTx/>
                <a:uFillTx/>
                <a:latin typeface="Raleway Black" pitchFamily="2" charset="77"/>
                <a:ea typeface="+mn-ea"/>
                <a:cs typeface="+mn-cs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01F53D-9DAC-DE39-EC5B-34AC7F5F3C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6574" y="6482620"/>
              <a:ext cx="1441451" cy="0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7CAD04-1E0A-2228-DCA3-71BDCC13944B}"/>
              </a:ext>
            </a:extLst>
          </p:cNvPr>
          <p:cNvCxnSpPr>
            <a:cxnSpLocks/>
          </p:cNvCxnSpPr>
          <p:nvPr/>
        </p:nvCxnSpPr>
        <p:spPr>
          <a:xfrm>
            <a:off x="708659" y="2656152"/>
            <a:ext cx="548640" cy="0"/>
          </a:xfrm>
          <a:prstGeom prst="line">
            <a:avLst/>
          </a:prstGeom>
          <a:ln w="444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5220A75-E440-0ABB-1971-A66ACA0F255C}"/>
              </a:ext>
            </a:extLst>
          </p:cNvPr>
          <p:cNvSpPr txBox="1"/>
          <p:nvPr/>
        </p:nvSpPr>
        <p:spPr>
          <a:xfrm>
            <a:off x="708659" y="4710321"/>
            <a:ext cx="104843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Helping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organisations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 and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 individuals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 to reach their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potential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 pitchFamily="2" charset="0"/>
              <a:ea typeface="Inter ExtraLight" panose="02000503000000020004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262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1EBF58-FF50-F922-E4CC-97151A721E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101" y="3059369"/>
            <a:ext cx="4202112" cy="543933"/>
          </a:xfrm>
        </p:spPr>
        <p:txBody>
          <a:bodyPr/>
          <a:lstStyle/>
          <a:p>
            <a:pPr>
              <a:defRPr>
                <a:latin typeface="Raleway"/>
              </a:defRPr>
            </a:pPr>
            <a:r>
              <a:rPr lang="en-US">
                <a:solidFill>
                  <a:srgbClr val="26247C"/>
                </a:solidFill>
                <a:latin typeface="Raleway"/>
              </a:rPr>
              <a:t>[Section Title]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506B4D-DEA7-8EB8-0C56-4ABA329F20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8101" y="3891385"/>
            <a:ext cx="4202112" cy="1009650"/>
          </a:xfrm>
        </p:spPr>
        <p:txBody>
          <a:bodyPr/>
          <a:lstStyle/>
          <a:p>
            <a:pPr>
              <a:defRPr>
                <a:latin typeface="Raleway"/>
              </a:defRPr>
            </a:pPr>
            <a:r>
              <a:rPr lang="en-US" i="0"/>
              <a:t>[Section Subtitle]</a:t>
            </a:r>
            <a:endParaRPr lang="en-GB" i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7DBCF90-DAAB-B996-3EA9-2BAF1364DF1D}"/>
              </a:ext>
            </a:extLst>
          </p:cNvPr>
          <p:cNvSpPr txBox="1">
            <a:spLocks noGrp="1"/>
          </p:cNvSpPr>
          <p:nvPr>
            <p:ph type="body" sz="quarter" idx="27"/>
          </p:nvPr>
        </p:nvSpPr>
        <p:spPr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Raleway" panose="020B0604020202020204" pitchFamily="34" charset="0"/>
              <a:buNone/>
              <a:defRPr lang="en-GB" sz="800" b="0" i="0" kern="1200" spc="150" baseline="0">
                <a:solidFill>
                  <a:schemeClr val="accent1"/>
                </a:solidFill>
                <a:effectLst/>
                <a:latin typeface="Raleway" pitchFamily="2" charset="0"/>
                <a:ea typeface="Raleway"/>
                <a:cs typeface="Raleway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Raleway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Raleway"/>
                <a:cs typeface="Raleway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Raleway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" pitchFamily="2" charset="77"/>
                <a:ea typeface="Raleway"/>
                <a:cs typeface="Raleway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Raleway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" pitchFamily="2" charset="77"/>
                <a:ea typeface="Raleway"/>
                <a:cs typeface="Raleway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Raleway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" pitchFamily="2" charset="77"/>
                <a:ea typeface="Raleway"/>
                <a:cs typeface="Raleway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Raleway" panose="020B0604020202020204" pitchFamily="34" charset="0"/>
              <a:buNone/>
              <a:defRPr sz="3500" kern="1200">
                <a:solidFill>
                  <a:schemeClr val="tx1"/>
                </a:solidFill>
                <a:latin typeface="Raleway"/>
                <a:ea typeface="Raleway"/>
                <a:cs typeface="Raleway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Raleway" panose="020B0604020202020204" pitchFamily="34" charset="0"/>
              <a:buNone/>
              <a:defRPr sz="100" kern="1200">
                <a:solidFill>
                  <a:schemeClr val="tx1"/>
                </a:solidFill>
                <a:latin typeface="Raleway"/>
                <a:ea typeface="Raleway"/>
                <a:cs typeface="Raleway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Raleway" panose="020B0604020202020204" pitchFamily="34" charset="0"/>
              <a:buNone/>
              <a:defRPr sz="3600" kern="1200">
                <a:solidFill>
                  <a:schemeClr val="tx1"/>
                </a:solidFill>
                <a:latin typeface="Raleway"/>
                <a:ea typeface="Raleway"/>
                <a:cs typeface="Raleway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Raleway" panose="020B0604020202020204" pitchFamily="34" charset="0"/>
              <a:buNone/>
              <a:defRPr sz="100" kern="1200">
                <a:solidFill>
                  <a:schemeClr val="tx1"/>
                </a:solidFill>
                <a:latin typeface="Raleway"/>
                <a:ea typeface="Raleway"/>
                <a:cs typeface="Raleway"/>
              </a:defRPr>
            </a:lvl9pPr>
          </a:lstStyle>
          <a:p>
            <a:r>
              <a:rPr lang="en-GB"/>
              <a:t>Sheffield Haworth Track Record</a:t>
            </a:r>
          </a:p>
        </p:txBody>
      </p:sp>
    </p:spTree>
    <p:extLst>
      <p:ext uri="{BB962C8B-B14F-4D97-AF65-F5344CB8AC3E}">
        <p14:creationId xmlns:p14="http://schemas.microsoft.com/office/powerpoint/2010/main" val="3605107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1B3D-77C4-31CE-1A74-C70D06B8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54741D-F062-6338-65AB-B52EFEE444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GB" dirty="0"/>
              <a:t>Track Record | 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22B7D-992C-0187-B2E3-F3EE2A4E8B6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 b="1" dirty="0">
              <a:latin typeface="Raleway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CECFF-2B62-910E-27E3-72AC1BF2417D}"/>
              </a:ext>
            </a:extLst>
          </p:cNvPr>
          <p:cNvSpPr txBox="1"/>
          <p:nvPr/>
        </p:nvSpPr>
        <p:spPr>
          <a:xfrm>
            <a:off x="9936871" y="880533"/>
            <a:ext cx="2200000" cy="2455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chemeClr val="tx2"/>
                </a:solidFill>
                <a:effectLst/>
                <a:latin typeface="Raleway" pitchFamily="2" charset="77"/>
                <a:cs typeface="Algerian" panose="020F0502020204030204" pitchFamily="34" charset="0"/>
              </a:rPr>
              <a:t>Example Clients</a:t>
            </a:r>
            <a:endParaRPr lang="en-GB" sz="1400" b="1" i="0" dirty="0">
              <a:solidFill>
                <a:schemeClr val="tx2"/>
              </a:solidFill>
              <a:effectLst/>
              <a:latin typeface="Raleway" pitchFamily="2" charset="77"/>
              <a:cs typeface="Algerian" panose="020F0502020204030204" pitchFamily="34" charset="0"/>
            </a:endParaRPr>
          </a:p>
        </p:txBody>
      </p:sp>
      <p:graphicFrame>
        <p:nvGraphicFramePr>
          <p:cNvPr id="13" name="Table A"/>
          <p:cNvGraphicFramePr>
            <a:graphicFrameLocks noGrp="1"/>
          </p:cNvGraphicFramePr>
          <p:nvPr/>
        </p:nvGraphicFramePr>
        <p:xfrm>
          <a:off x="546100" y="1418953"/>
          <a:ext cx="4724399" cy="4343400"/>
        </p:xfrm>
        <a:graphic>
          <a:graphicData uri="http://schemas.openxmlformats.org/drawingml/2006/table">
            <a:tbl>
              <a:tblPr/>
              <a:tblGrid>
                <a:gridCol w="2816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aleway"/>
                        </a:rPr>
                        <a:t>ROLE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1F24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aleway"/>
                        </a:rPr>
                        <a:t>CLIENT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1F2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4" name="Table B"/>
          <p:cNvGraphicFramePr>
            <a:graphicFrameLocks noGrp="1"/>
          </p:cNvGraphicFramePr>
          <p:nvPr/>
        </p:nvGraphicFramePr>
        <p:xfrm>
          <a:off x="5384800" y="1418953"/>
          <a:ext cx="4724399" cy="4343400"/>
        </p:xfrm>
        <a:graphic>
          <a:graphicData uri="http://schemas.openxmlformats.org/drawingml/2006/table">
            <a:tbl>
              <a:tblPr/>
              <a:tblGrid>
                <a:gridCol w="2816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aleway"/>
                        </a:rPr>
                        <a:t>ROLE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1F24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aleway"/>
                        </a:rPr>
                        <a:t>CLIENT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1F2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[Role Title]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latin typeface="Raleway"/>
                        </a:rPr>
                        <a:t>[Client Description]</a:t>
                      </a:r>
                    </a:p>
                  </a:txBody>
                  <a:tcPr marR="6858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5" name="Logo Slot 1"/>
          <p:cNvSpPr/>
          <p:nvPr/>
        </p:nvSpPr>
        <p:spPr>
          <a:xfrm>
            <a:off x="10296140" y="1233741"/>
            <a:ext cx="1332387" cy="502460"/>
          </a:xfrm>
          <a:prstGeom prst="rect">
            <a:avLst/>
          </a:prstGeom>
          <a:solidFill>
            <a:srgbClr val="F2F4F6"/>
          </a:solidFill>
          <a:ln w="9525">
            <a:solidFill>
              <a:srgbClr val="D5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8A9099"/>
                </a:solidFill>
              </a:defRPr>
            </a:pPr>
            <a:r>
              <a:t>[Logo]</a:t>
            </a:r>
          </a:p>
        </p:txBody>
      </p:sp>
      <p:sp>
        <p:nvSpPr>
          <p:cNvPr id="16" name="Logo Slot 2"/>
          <p:cNvSpPr/>
          <p:nvPr/>
        </p:nvSpPr>
        <p:spPr>
          <a:xfrm>
            <a:off x="10296140" y="1960372"/>
            <a:ext cx="1332387" cy="502460"/>
          </a:xfrm>
          <a:prstGeom prst="rect">
            <a:avLst/>
          </a:prstGeom>
          <a:solidFill>
            <a:srgbClr val="F2F4F6"/>
          </a:solidFill>
          <a:ln w="9525">
            <a:solidFill>
              <a:srgbClr val="D5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8A9099"/>
                </a:solidFill>
              </a:defRPr>
            </a:pPr>
            <a:r>
              <a:t>[Logo]</a:t>
            </a:r>
          </a:p>
        </p:txBody>
      </p:sp>
      <p:sp>
        <p:nvSpPr>
          <p:cNvPr id="17" name="Logo Slot 3"/>
          <p:cNvSpPr/>
          <p:nvPr/>
        </p:nvSpPr>
        <p:spPr>
          <a:xfrm>
            <a:off x="10296140" y="2687003"/>
            <a:ext cx="1332387" cy="502460"/>
          </a:xfrm>
          <a:prstGeom prst="rect">
            <a:avLst/>
          </a:prstGeom>
          <a:solidFill>
            <a:srgbClr val="F2F4F6"/>
          </a:solidFill>
          <a:ln w="9525">
            <a:solidFill>
              <a:srgbClr val="D5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8A9099"/>
                </a:solidFill>
              </a:defRPr>
            </a:pPr>
            <a:r>
              <a:t>[Logo]</a:t>
            </a:r>
          </a:p>
        </p:txBody>
      </p:sp>
      <p:sp>
        <p:nvSpPr>
          <p:cNvPr id="18" name="Logo Slot 4"/>
          <p:cNvSpPr/>
          <p:nvPr/>
        </p:nvSpPr>
        <p:spPr>
          <a:xfrm>
            <a:off x="10296140" y="3413635"/>
            <a:ext cx="1332387" cy="502460"/>
          </a:xfrm>
          <a:prstGeom prst="rect">
            <a:avLst/>
          </a:prstGeom>
          <a:solidFill>
            <a:srgbClr val="F2F4F6"/>
          </a:solidFill>
          <a:ln w="9525">
            <a:solidFill>
              <a:srgbClr val="D5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8A9099"/>
                </a:solidFill>
              </a:defRPr>
            </a:pPr>
            <a:r>
              <a:t>[Logo]</a:t>
            </a:r>
          </a:p>
        </p:txBody>
      </p:sp>
      <p:sp>
        <p:nvSpPr>
          <p:cNvPr id="19" name="Logo Slot 5"/>
          <p:cNvSpPr/>
          <p:nvPr/>
        </p:nvSpPr>
        <p:spPr>
          <a:xfrm>
            <a:off x="10296140" y="4140266"/>
            <a:ext cx="1332387" cy="502460"/>
          </a:xfrm>
          <a:prstGeom prst="rect">
            <a:avLst/>
          </a:prstGeom>
          <a:solidFill>
            <a:srgbClr val="F2F4F6"/>
          </a:solidFill>
          <a:ln w="9525">
            <a:solidFill>
              <a:srgbClr val="D5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8A9099"/>
                </a:solidFill>
              </a:defRPr>
            </a:pPr>
            <a:r>
              <a:t>[Logo]</a:t>
            </a:r>
          </a:p>
        </p:txBody>
      </p:sp>
      <p:sp>
        <p:nvSpPr>
          <p:cNvPr id="20" name="Logo Slot 6"/>
          <p:cNvSpPr/>
          <p:nvPr/>
        </p:nvSpPr>
        <p:spPr>
          <a:xfrm>
            <a:off x="10296140" y="4866897"/>
            <a:ext cx="1332387" cy="502460"/>
          </a:xfrm>
          <a:prstGeom prst="rect">
            <a:avLst/>
          </a:prstGeom>
          <a:solidFill>
            <a:srgbClr val="F2F4F6"/>
          </a:solidFill>
          <a:ln w="9525">
            <a:solidFill>
              <a:srgbClr val="D5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8A9099"/>
                </a:solidFill>
              </a:defRPr>
            </a:pPr>
            <a:r>
              <a:t>[Logo]</a:t>
            </a:r>
          </a:p>
        </p:txBody>
      </p:sp>
      <p:sp>
        <p:nvSpPr>
          <p:cNvPr id="21" name="Logo Slot 7"/>
          <p:cNvSpPr/>
          <p:nvPr/>
        </p:nvSpPr>
        <p:spPr>
          <a:xfrm>
            <a:off x="10296140" y="5593529"/>
            <a:ext cx="1332387" cy="502460"/>
          </a:xfrm>
          <a:prstGeom prst="rect">
            <a:avLst/>
          </a:prstGeom>
          <a:solidFill>
            <a:srgbClr val="F2F4F6"/>
          </a:solidFill>
          <a:ln w="9525">
            <a:solidFill>
              <a:srgbClr val="D5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8A9099"/>
                </a:solidFill>
              </a:defRPr>
            </a:pPr>
            <a:r>
              <a:t>[Logo]</a:t>
            </a:r>
          </a:p>
        </p:txBody>
      </p:sp>
    </p:spTree>
    <p:extLst>
      <p:ext uri="{BB962C8B-B14F-4D97-AF65-F5344CB8AC3E}">
        <p14:creationId xmlns:p14="http://schemas.microsoft.com/office/powerpoint/2010/main" val="15144352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SH">
  <a:themeElements>
    <a:clrScheme name="Sheffield Haworth">
      <a:dk1>
        <a:srgbClr val="222229"/>
      </a:dk1>
      <a:lt1>
        <a:srgbClr val="FFFFFF"/>
      </a:lt1>
      <a:dk2>
        <a:srgbClr val="2C2E82"/>
      </a:dk2>
      <a:lt2>
        <a:srgbClr val="F2F2F2"/>
      </a:lt2>
      <a:accent1>
        <a:srgbClr val="2C2F82"/>
      </a:accent1>
      <a:accent2>
        <a:srgbClr val="27C3F3"/>
      </a:accent2>
      <a:accent3>
        <a:srgbClr val="00798E"/>
      </a:accent3>
      <a:accent4>
        <a:srgbClr val="4D2DCF"/>
      </a:accent4>
      <a:accent5>
        <a:srgbClr val="8771E0"/>
      </a:accent5>
      <a:accent6>
        <a:srgbClr val="F2F2F2"/>
      </a:accent6>
      <a:hlink>
        <a:srgbClr val="4D2DCF"/>
      </a:hlink>
      <a:folHlink>
        <a:srgbClr val="FFFFFF"/>
      </a:folHlink>
    </a:clrScheme>
    <a:fontScheme name="SH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0000"/>
          </a:lnSpc>
          <a:spcBef>
            <a:spcPts val="0"/>
          </a:spcBef>
          <a:spcAft>
            <a:spcPts val="0"/>
          </a:spcAft>
          <a:defRPr b="0" i="0" dirty="0" smtClean="0">
            <a:solidFill>
              <a:srgbClr val="FFFFFF"/>
            </a:solidFill>
            <a:effectLst/>
            <a:latin typeface="Raleway" pitchFamily="2" charset="77"/>
            <a:cs typeface="Algerian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H" id="{C408DEA9-61A8-A84A-8D2C-1D4CC1DAA581}" vid="{B105B99D-E812-5C4C-B489-DB1217BE7567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B187BE3B3AEC4AB8674E2C30249C78" ma:contentTypeVersion="26" ma:contentTypeDescription="Create a new document." ma:contentTypeScope="" ma:versionID="a6bb2971ac57d20158ebc689397b4758">
  <xsd:schema xmlns:xsd="http://www.w3.org/2001/XMLSchema" xmlns:xs="http://www.w3.org/2001/XMLSchema" xmlns:p="http://schemas.microsoft.com/office/2006/metadata/properties" xmlns:ns1="http://schemas.microsoft.com/sharepoint/v3" xmlns:ns2="8fe6d124-157e-4db3-accf-90154e53f67d" xmlns:ns3="c59d7448-2016-48ac-8116-1a263a71d5c2" targetNamespace="http://schemas.microsoft.com/office/2006/metadata/properties" ma:root="true" ma:fieldsID="8a5a5e648fbb586fb833005c4f0aa645" ns1:_="" ns2:_="" ns3:_="">
    <xsd:import namespace="http://schemas.microsoft.com/sharepoint/v3"/>
    <xsd:import namespace="8fe6d124-157e-4db3-accf-90154e53f67d"/>
    <xsd:import namespace="c59d7448-2016-48ac-8116-1a263a71d5c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6d124-157e-4db3-accf-90154e53f6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6" nillable="true" ma:displayName="Taxonomy Catch All Column" ma:hidden="true" ma:list="{40df0fcf-db67-4e06-9d0f-dfbf04ac3be6}" ma:internalName="TaxCatchAll" ma:showField="CatchAllData" ma:web="8fe6d124-157e-4db3-accf-90154e53f6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9d7448-2016-48ac-8116-1a263a71d5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6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497af4df-0819-45cf-861e-f6122f4a94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e6d124-157e-4db3-accf-90154e53f67d" xsi:nil="true"/>
    <_ip_UnifiedCompliancePolicyUIAction xmlns="http://schemas.microsoft.com/sharepoint/v3" xsi:nil="true"/>
    <lcf76f155ced4ddcb4097134ff3c332f xmlns="c59d7448-2016-48ac-8116-1a263a71d5c2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CBA836-B929-434D-AC9F-DAA2E4FFF5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fe6d124-157e-4db3-accf-90154e53f67d"/>
    <ds:schemaRef ds:uri="c59d7448-2016-48ac-8116-1a263a71d5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5B48B0-3019-4135-AB71-1CEFA183579A}">
  <ds:schemaRefs>
    <ds:schemaRef ds:uri="http://purl.org/dc/dcmitype/"/>
    <ds:schemaRef ds:uri="http://schemas.microsoft.com/sharepoint/v3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59d7448-2016-48ac-8116-1a263a71d5c2"/>
    <ds:schemaRef ds:uri="8fe6d124-157e-4db3-accf-90154e53f67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42AFD60-4E8B-4112-8011-F9EE9D0B24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2638</Words>
  <Application>Microsoft Office PowerPoint</Application>
  <PresentationFormat>Widescreen</PresentationFormat>
  <Paragraphs>709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Raleway</vt:lpstr>
      <vt:lpstr>Raleway Black</vt:lpstr>
      <vt:lpstr>Raleway Bold</vt:lpstr>
      <vt:lpstr>Raleway Light</vt:lpstr>
      <vt:lpstr>Raleway Medium</vt:lpstr>
      <vt:lpstr>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Shipp</dc:creator>
  <cp:lastModifiedBy>Amber Shamim</cp:lastModifiedBy>
  <cp:revision>3</cp:revision>
  <dcterms:created xsi:type="dcterms:W3CDTF">2026-06-24T09:11:12Z</dcterms:created>
  <dcterms:modified xsi:type="dcterms:W3CDTF">2026-08-27T14:46:41Z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0x010100D8B187BE3B3AEC4AB8674E2C30249C78</vt:lpwstr>
  </property>
  <property fmtid="{D5CDD505-2E9C-101B-9397-08002B2CF9AE}" pid="3" name="MediaServiceImageTags">
    <vt:lpwstr/>
  </property>
</Properties>
</file>