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"/>
  </p:notesMasterIdLst>
  <p:handoutMasterIdLst>
    <p:handoutMasterId r:id="rId7"/>
  </p:handoutMasterIdLst>
  <p:sldIdLst>
    <p:sldId id="32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61EA79-6A1B-95F0-AD06-1F34F7178D57}" name="Frances Wright" initials="FW" userId="S::f.wright@sheffieldhaworth.com::3125d111-e9c0-4794-88d9-0c70b0c9d8b2" providerId="AD"/>
  <p188:author id="{265156C8-B601-491F-9EB3-030A40A74C7D}" name="Gareth Burden" initials="GB" userId="S::g.burden@sheffieldhaworth.com::4c5c1413-cd10-438b-8510-8faa6b875a47" providerId="AD"/>
  <p188:author id="{27D691D4-F202-0996-79E8-3EB60685D1B4}" name="Maria Merkou" initials="MM" userId="S::m.merkou@sheffieldhaworth.com::0fbaa89b-04ad-4a57-b515-b05639967a17" providerId="AD"/>
  <p188:author id="{6FC5DAD6-4C5E-C0DF-E3A0-B1E2D00727AD}" name="Debbie Gazzard" initials="DG" userId="S::d.gazzard@sheffieldhaworth.com::54a6ee3e-80f3-4890-a25f-631595999308" providerId="AD"/>
  <p188:author id="{68BB8CF2-C6AE-CE0D-7CF6-D4E3D42FA02D}" name="Terry Sambridge" initials="TS" userId="S::t.sambridge@sheffieldhaworth.com::7401f427-3f89-4430-8923-7760386c88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AFD"/>
    <a:srgbClr val="2C2E82"/>
    <a:srgbClr val="59197A"/>
    <a:srgbClr val="F4F3FB"/>
    <a:srgbClr val="163B45"/>
    <a:srgbClr val="245A68"/>
    <a:srgbClr val="4699C3"/>
    <a:srgbClr val="B5E5F7"/>
    <a:srgbClr val="D9F3FB"/>
    <a:srgbClr val="B4AA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0E2DFC-2B25-427C-B3E6-3E3C77C2DF41}" v="2" dt="2026-08-26T09:46:41.218"/>
  </p1510:revLst>
</p1510:revInfo>
</file>

<file path=ppt/tableStyles.xml><?xml version="1.0" encoding="utf-8"?>
<a:tblStyleLst xmlns:a="http://schemas.openxmlformats.org/drawingml/2006/main" def="{5C22544A-7EE6-4342-B048-85BDC9FD1C31}">
  <a:tblStyle styleId="{5C22544A-7EE6-4342-B048-85BDC9FD1C31}" styleName="SH Styl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rgbClr val="EEEBFB"/>
          </a:solidFill>
        </a:fill>
      </a:tcStyle>
    </a:band1H>
    <a:band2H>
      <a:tcStyle>
        <a:tcBdr/>
        <a:fill>
          <a:solidFill>
            <a:srgbClr val="EEEBFB"/>
          </a:solidFill>
        </a:fill>
      </a:tcStyle>
    </a:band2H>
    <a:band1V>
      <a:tcStyle>
        <a:tcBdr/>
        <a:fill>
          <a:solidFill>
            <a:srgbClr val="EEEBFB"/>
          </a:solidFill>
        </a:fill>
      </a:tcStyle>
    </a:band1V>
    <a:band2V>
      <a:tcStyle>
        <a:tcBdr/>
        <a:fill>
          <a:solidFill>
            <a:srgbClr val="EEEBFB"/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rgbClr val="EEEBFB"/>
              </a:solidFill>
            </a:ln>
          </a:top>
        </a:tcBdr>
        <a:fill>
          <a:solidFill>
            <a:srgbClr val="EEEBFB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rgbClr val="EEEBFB"/>
              </a:solidFill>
            </a:ln>
          </a:bottom>
        </a:tcBdr>
        <a:fill>
          <a:solidFill>
            <a:srgbClr val="7030A0"/>
          </a:solidFill>
        </a:fill>
      </a:tcStyle>
    </a:firstRow>
  </a:tblStyle>
  <a:tblStyle styleId="{0817EA92-75D0-4044-A80A-286907CE0DD2}" styleName="SH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rgbClr val="EEEBFB"/>
          </a:solidFill>
        </a:fill>
      </a:tcStyle>
    </a:band1H>
    <a:band2H>
      <a:tcStyle>
        <a:tcBdr/>
        <a:fill>
          <a:solidFill>
            <a:srgbClr val="EEEBFB"/>
          </a:solidFill>
        </a:fill>
      </a:tcStyle>
    </a:band2H>
    <a:band1V>
      <a:tcStyle>
        <a:tcBdr/>
        <a:fill>
          <a:solidFill>
            <a:srgbClr val="EEEBFB"/>
          </a:solidFill>
        </a:fill>
      </a:tcStyle>
    </a:band1V>
    <a:band2V>
      <a:tcStyle>
        <a:tcBdr/>
        <a:fill>
          <a:solidFill>
            <a:srgbClr val="EEEBFB"/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rgbClr val="EEEBFB"/>
              </a:solidFill>
            </a:ln>
          </a:top>
        </a:tcBdr>
        <a:fill>
          <a:solidFill>
            <a:srgbClr val="EEEBFB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rgbClr val="EEEBFB"/>
              </a:solidFill>
            </a:ln>
          </a:bottom>
        </a:tcBdr>
        <a:fill>
          <a:solidFill>
            <a:srgbClr val="2C2E82"/>
          </a:solidFill>
        </a:fill>
      </a:tcStyle>
    </a:firstRow>
  </a:tblStyle>
  <a:tblStyle styleId="{073A0DAA-6AF3-43AB-8588-CEC1D06C72B3}" styleName="SH Styl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rgbClr val="2C2E82"/>
              </a:solidFill>
            </a:ln>
          </a:bottom>
          <a:insideH>
            <a:ln w="0" cmpd="sng">
              <a:solidFill>
                <a:schemeClr val="lt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rgbClr val="EEEBFB"/>
          </a:solidFill>
        </a:fill>
      </a:tcStyle>
    </a:band1H>
    <a:band2H>
      <a:tcStyle>
        <a:tcBdr/>
        <a:fill>
          <a:solidFill>
            <a:srgbClr val="EEEBFB"/>
          </a:solidFill>
        </a:fill>
      </a:tcStyle>
    </a:band2H>
    <a:band1V>
      <a:tcStyle>
        <a:tcBdr/>
        <a:fill>
          <a:solidFill>
            <a:srgbClr val="EEEBFB"/>
          </a:solidFill>
        </a:fill>
      </a:tcStyle>
    </a:band1V>
    <a:band2V>
      <a:tcStyle>
        <a:tcBdr/>
        <a:fill>
          <a:solidFill>
            <a:srgbClr val="EEEBFB"/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rgbClr val="2C2E82"/>
              </a:solidFill>
            </a:ln>
          </a:bottom>
        </a:tcBdr>
        <a:fill>
          <a:solidFill>
            <a:srgbClr val="EEEBFB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top>
            <a:ln w="12700" cmpd="sng">
              <a:solidFill>
                <a:srgbClr val="2C2E82"/>
              </a:solidFill>
            </a:ln>
          </a:top>
          <a:bottom>
            <a:ln w="12700" cmpd="sng">
              <a:solidFill>
                <a:srgbClr val="2C2E82"/>
              </a:solidFill>
            </a:ln>
          </a:bottom>
        </a:tcBdr>
        <a:fill>
          <a:solidFill>
            <a:srgbClr val="FFFFFF"/>
          </a:solidFill>
        </a:fill>
      </a:tcStyle>
    </a:firstRow>
  </a:tblStyle>
  <a:tblStyle styleId="{69C7853C-536D-4A76-A0AE-DD22124D55A4}" styleName="SH Styl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rgbClr val="7030A0"/>
              </a:solidFill>
            </a:ln>
          </a:bottom>
          <a:insideH>
            <a:ln w="0" cmpd="sng">
              <a:solidFill>
                <a:schemeClr val="lt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rgbClr val="EEEBFB"/>
          </a:solidFill>
        </a:fill>
      </a:tcStyle>
    </a:band1H>
    <a:band2H>
      <a:tcStyle>
        <a:tcBdr/>
        <a:fill>
          <a:solidFill>
            <a:srgbClr val="EEEBFB"/>
          </a:solidFill>
        </a:fill>
      </a:tcStyle>
    </a:band2H>
    <a:band1V>
      <a:tcStyle>
        <a:tcBdr/>
        <a:fill>
          <a:solidFill>
            <a:srgbClr val="EEEBFB"/>
          </a:solidFill>
        </a:fill>
      </a:tcStyle>
    </a:band1V>
    <a:band2V>
      <a:tcStyle>
        <a:tcBdr/>
        <a:fill>
          <a:solidFill>
            <a:srgbClr val="EEEBFB"/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rgbClr val="7030A0"/>
              </a:solidFill>
            </a:ln>
          </a:bottom>
        </a:tcBdr>
        <a:fill>
          <a:solidFill>
            <a:srgbClr val="EEEBFB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top>
            <a:ln w="12700" cmpd="sng">
              <a:solidFill>
                <a:srgbClr val="7030A0"/>
              </a:solidFill>
            </a:ln>
          </a:top>
          <a:bottom>
            <a:ln w="12700" cmpd="sng">
              <a:solidFill>
                <a:srgbClr val="7030A0"/>
              </a:solidFill>
            </a:ln>
          </a:bottom>
        </a:tcBdr>
        <a:fill>
          <a:solidFill>
            <a:srgbClr val="FFFFFF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Shipp" userId="68c97247-92ef-4b1c-b465-82806c965376" providerId="ADAL" clId="{4DCAE9D9-F975-44BA-84D7-A3D6A5C7C7C4}"/>
    <pc:docChg chg="undo custSel addSld delSld modSld modMainMaster">
      <pc:chgData name="Samuel Shipp" userId="68c97247-92ef-4b1c-b465-82806c965376" providerId="ADAL" clId="{4DCAE9D9-F975-44BA-84D7-A3D6A5C7C7C4}" dt="2026-07-28T13:52:07.147" v="48" actId="47"/>
      <pc:docMkLst>
        <pc:docMk/>
      </pc:docMkLst>
    </pc:docChg>
  </pc:docChgLst>
  <pc:docChgLst>
    <pc:chgData name="Frances Wright" userId="3125d111-e9c0-4794-88d9-0c70b0c9d8b2" providerId="ADAL" clId="{99216623-71AB-4FB9-9A96-47FCE0786812}"/>
    <pc:docChg chg="custSel addSld delSld modSld">
      <pc:chgData name="Frances Wright" userId="3125d111-e9c0-4794-88d9-0c70b0c9d8b2" providerId="ADAL" clId="{99216623-71AB-4FB9-9A96-47FCE0786812}" dt="2026-08-26T09:51:20.750" v="10"/>
      <pc:docMkLst>
        <pc:docMk/>
      </pc:docMkLst>
      <pc:sldChg chg="modSp del mod">
        <pc:chgData name="Frances Wright" userId="3125d111-e9c0-4794-88d9-0c70b0c9d8b2" providerId="ADAL" clId="{99216623-71AB-4FB9-9A96-47FCE0786812}" dt="2026-08-26T09:35:25.094" v="6"/>
        <pc:sldMkLst>
          <pc:docMk/>
          <pc:sldMk cId="1103311504" sldId="321"/>
        </pc:sldMkLst>
        <pc:spChg chg="mod">
          <ac:chgData name="Frances Wright" userId="3125d111-e9c0-4794-88d9-0c70b0c9d8b2" providerId="ADAL" clId="{99216623-71AB-4FB9-9A96-47FCE0786812}" dt="2026-08-26T09:32:31.167" v="4" actId="20577"/>
          <ac:spMkLst>
            <pc:docMk/>
            <pc:sldMk cId="1103311504" sldId="321"/>
            <ac:spMk id="106" creationId="{7C89B4B1-51EC-A7EF-E790-13E3184FF4D7}"/>
          </ac:spMkLst>
        </pc:spChg>
      </pc:sldChg>
      <pc:sldChg chg="add del">
        <pc:chgData name="Frances Wright" userId="3125d111-e9c0-4794-88d9-0c70b0c9d8b2" providerId="ADAL" clId="{99216623-71AB-4FB9-9A96-47FCE0786812}" dt="2026-08-26T09:48:56.535" v="8"/>
        <pc:sldMkLst>
          <pc:docMk/>
          <pc:sldMk cId="2252875467" sldId="322"/>
        </pc:sldMkLst>
      </pc:sldChg>
      <pc:sldChg chg="add del">
        <pc:chgData name="Frances Wright" userId="3125d111-e9c0-4794-88d9-0c70b0c9d8b2" providerId="ADAL" clId="{99216623-71AB-4FB9-9A96-47FCE0786812}" dt="2026-08-26T09:51:20.750" v="10"/>
        <pc:sldMkLst>
          <pc:docMk/>
          <pc:sldMk cId="3473541750" sldId="323"/>
        </pc:sldMkLst>
      </pc:sldChg>
      <pc:sldChg chg="add">
        <pc:chgData name="Frances Wright" userId="3125d111-e9c0-4794-88d9-0c70b0c9d8b2" providerId="ADAL" clId="{99216623-71AB-4FB9-9A96-47FCE0786812}" dt="2026-08-26T09:51:20.686" v="9"/>
        <pc:sldMkLst>
          <pc:docMk/>
          <pc:sldMk cId="419031785" sldId="32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73AFFD-7952-8F47-9562-43A0D02E89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AEEC13-AA39-FF47-81D6-7C4821895D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124C0-B47C-2D4D-B7DA-E1D6FCB07920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B92179-FB29-274C-9ABA-B401B5789A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77F99F-A89C-CA42-8B3D-AB3510A23B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5F1ED3-BA79-4540-A3BF-19E1F1455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42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2F554-F5A9-ED4C-BC96-1B154D77C3BA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6A1AEB-2744-3C41-A5F8-CDFEB54C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86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s/ track record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5273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AB3B7BA-C6C8-2248-B9FC-305154F09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959A1D4-4565-0F43-8D7F-8D77464C1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2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2"/>
          </a:solidFill>
          <a:latin typeface="Raleway Light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lang="en-GB" sz="2400" b="0" i="0" kern="1200" spc="0" dirty="0">
          <a:solidFill>
            <a:schemeClr val="tx2"/>
          </a:solidFill>
          <a:effectLst/>
          <a:latin typeface="Raleway" pitchFamily="2" charset="77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lang="en-GB" sz="1000" b="1" i="0" kern="1200" dirty="0">
          <a:solidFill>
            <a:schemeClr val="tx2"/>
          </a:solidFill>
          <a:latin typeface="Raleway" pitchFamily="2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lang="en-GB" sz="1000" b="0" i="0" kern="1200" dirty="0">
          <a:solidFill>
            <a:schemeClr val="tx2"/>
          </a:solidFill>
          <a:latin typeface="Raleway Medium" pitchFamily="2" charset="77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Raleway Medium" pitchFamily="2" charset="77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600" b="1" i="0" kern="1200" spc="150" baseline="0">
          <a:solidFill>
            <a:schemeClr val="tx2"/>
          </a:solidFill>
          <a:latin typeface="Raleway Black" pitchFamily="2" charset="77"/>
          <a:ea typeface="+mn-ea"/>
          <a:cs typeface="+mn-cs"/>
        </a:defRPr>
      </a:lvl5pPr>
      <a:lvl6pPr marL="2286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35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3" pos="339" userDrawn="1">
          <p15:clr>
            <a:srgbClr val="F26B43"/>
          </p15:clr>
        </p15:guide>
        <p15:guide id="4" orient="horz" pos="342">
          <p15:clr>
            <a:srgbClr val="F26B43"/>
          </p15:clr>
        </p15:guide>
        <p15:guide id="5" pos="7336">
          <p15:clr>
            <a:srgbClr val="F26B43"/>
          </p15:clr>
        </p15:guide>
        <p15:guide id="6" orient="horz" pos="3974">
          <p15:clr>
            <a:srgbClr val="F26B43"/>
          </p15:clr>
        </p15:guide>
        <p15:guide id="7" pos="2714">
          <p15:clr>
            <a:srgbClr val="F26B43"/>
          </p15:clr>
        </p15:guide>
        <p15:guide id="8" pos="4966">
          <p15:clr>
            <a:srgbClr val="F26B43"/>
          </p15:clr>
        </p15:guide>
        <p15:guide id="9" pos="5084">
          <p15:clr>
            <a:srgbClr val="F26B43"/>
          </p15:clr>
        </p15:guide>
        <p15:guide id="10" pos="2591">
          <p15:clr>
            <a:srgbClr val="F26B43"/>
          </p15:clr>
        </p15:guide>
        <p15:guide id="11" pos="3774">
          <p15:clr>
            <a:srgbClr val="F26B43"/>
          </p15:clr>
        </p15:guide>
        <p15:guide id="12" pos="3904">
          <p15:clr>
            <a:srgbClr val="F26B43"/>
          </p15:clr>
        </p15:guide>
        <p15:guide id="13" pos="1528">
          <p15:clr>
            <a:srgbClr val="F26B43"/>
          </p15:clr>
        </p15:guide>
        <p15:guide id="14" pos="1404">
          <p15:clr>
            <a:srgbClr val="F26B43"/>
          </p15:clr>
        </p15:guide>
        <p15:guide id="15" pos="6270">
          <p15:clr>
            <a:srgbClr val="F26B43"/>
          </p15:clr>
        </p15:guide>
        <p15:guide id="16" pos="6146">
          <p15:clr>
            <a:srgbClr val="F26B43"/>
          </p15:clr>
        </p15:guide>
        <p15:guide id="17" pos="5548">
          <p15:clr>
            <a:srgbClr val="F26B43"/>
          </p15:clr>
        </p15:guide>
        <p15:guide id="18" pos="5680">
          <p15:clr>
            <a:srgbClr val="F26B43"/>
          </p15:clr>
        </p15:guide>
        <p15:guide id="19" pos="6740">
          <p15:clr>
            <a:srgbClr val="F26B43"/>
          </p15:clr>
        </p15:guide>
        <p15:guide id="20" pos="6872">
          <p15:clr>
            <a:srgbClr val="F26B43"/>
          </p15:clr>
        </p15:guide>
        <p15:guide id="21" pos="4368">
          <p15:clr>
            <a:srgbClr val="F26B43"/>
          </p15:clr>
        </p15:guide>
        <p15:guide id="22" pos="4500">
          <p15:clr>
            <a:srgbClr val="F26B43"/>
          </p15:clr>
        </p15:guide>
        <p15:guide id="23" pos="3176">
          <p15:clr>
            <a:srgbClr val="F26B43"/>
          </p15:clr>
        </p15:guide>
        <p15:guide id="24" pos="3308">
          <p15:clr>
            <a:srgbClr val="F26B43"/>
          </p15:clr>
        </p15:guide>
        <p15:guide id="25" pos="1994">
          <p15:clr>
            <a:srgbClr val="F26B43"/>
          </p15:clr>
        </p15:guide>
        <p15:guide id="26" pos="2126">
          <p15:clr>
            <a:srgbClr val="F26B43"/>
          </p15:clr>
        </p15:guide>
        <p15:guide id="27" pos="806">
          <p15:clr>
            <a:srgbClr val="F26B43"/>
          </p15:clr>
        </p15:guide>
        <p15:guide id="28" pos="938">
          <p15:clr>
            <a:srgbClr val="F26B43"/>
          </p15:clr>
        </p15:guide>
        <p15:guide id="29" orient="horz">
          <p15:clr>
            <a:srgbClr val="F26B43"/>
          </p15:clr>
        </p15:guide>
        <p15:guide id="30" orient="horz" pos="4320">
          <p15:clr>
            <a:srgbClr val="F26B43"/>
          </p15:clr>
        </p15:guide>
        <p15:guide id="31">
          <p15:clr>
            <a:srgbClr val="F26B43"/>
          </p15:clr>
        </p15:guide>
        <p15:guide id="32" pos="7680">
          <p15:clr>
            <a:srgbClr val="F26B43"/>
          </p15:clr>
        </p15:guide>
        <p15:guide id="33" orient="horz" pos="952">
          <p15:clr>
            <a:srgbClr val="F26B43"/>
          </p15:clr>
        </p15:guide>
        <p15:guide id="34" orient="horz" pos="1548">
          <p15:clr>
            <a:srgbClr val="F26B43"/>
          </p15:clr>
        </p15:guide>
        <p15:guide id="35" orient="horz" pos="2768">
          <p15:clr>
            <a:srgbClr val="F26B43"/>
          </p15:clr>
        </p15:guide>
        <p15:guide id="36" orient="horz" pos="3362">
          <p15:clr>
            <a:srgbClr val="F26B43"/>
          </p15:clr>
        </p15:guide>
        <p15:guide id="37" orient="horz" pos="3668">
          <p15:clr>
            <a:srgbClr val="F26B43"/>
          </p15:clr>
        </p15:guide>
        <p15:guide id="38" orient="horz" pos="646">
          <p15:clr>
            <a:srgbClr val="F26B43"/>
          </p15:clr>
        </p15:guide>
        <p15:guide id="39" orient="horz" pos="308">
          <p15:clr>
            <a:srgbClr val="F26B43"/>
          </p15:clr>
        </p15:guide>
        <p15:guide id="40" orient="horz" pos="4008">
          <p15:clr>
            <a:srgbClr val="F26B43"/>
          </p15:clr>
        </p15:guide>
        <p15:guide id="41" orient="horz" pos="118">
          <p15:clr>
            <a:srgbClr val="F26B43"/>
          </p15:clr>
        </p15:guide>
        <p15:guide id="42" pos="116">
          <p15:clr>
            <a:srgbClr val="F26B43"/>
          </p15:clr>
        </p15:guide>
        <p15:guide id="43" orient="horz" pos="4202">
          <p15:clr>
            <a:srgbClr val="F26B43"/>
          </p15:clr>
        </p15:guide>
        <p15:guide id="44" pos="7562">
          <p15:clr>
            <a:srgbClr val="F26B43"/>
          </p15:clr>
        </p15:guide>
        <p15:guide id="45" orient="horz" pos="495">
          <p15:clr>
            <a:srgbClr val="F26B43"/>
          </p15:clr>
        </p15:guide>
        <p15:guide id="46" orient="horz" pos="3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effieldhaworth.com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42069F4-94B6-A8CA-71CE-A6901AFF490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39232" y="1651030"/>
            <a:ext cx="1629802" cy="58102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765F7E8-B3DD-924C-099B-9C2D709FF34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38872" y="3995893"/>
            <a:ext cx="1629802" cy="581025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FE42F7-DDE0-0015-56ED-3B03222D317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436210" y="1649559"/>
            <a:ext cx="1629802" cy="581025"/>
          </a:xfrm>
        </p:spPr>
        <p:txBody>
          <a:bodyPr/>
          <a:lstStyle/>
          <a:p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8EDFDA8-B29F-DDB1-8A8E-75810371638B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435850" y="3994422"/>
            <a:ext cx="1629802" cy="581025"/>
          </a:xfrm>
        </p:spPr>
        <p:txBody>
          <a:bodyPr/>
          <a:lstStyle/>
          <a:p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95D26E2-ACD0-9066-1D63-6651BF5EE48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321155" y="1651030"/>
            <a:ext cx="1629802" cy="581025"/>
          </a:xfrm>
        </p:spPr>
        <p:txBody>
          <a:bodyPr/>
          <a:lstStyle/>
          <a:p>
            <a:endParaRPr lang="en-GB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EF2ABE8-9D50-5D05-31BD-6E314CBF1EE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320795" y="3995893"/>
            <a:ext cx="1629802" cy="581025"/>
          </a:xfrm>
        </p:spPr>
        <p:txBody>
          <a:bodyPr/>
          <a:lstStyle/>
          <a:p>
            <a:endParaRPr lang="en-GB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67D86BCC-4709-0BF4-0293-BC0523642A98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6206101" y="1637527"/>
            <a:ext cx="1629802" cy="581025"/>
          </a:xfrm>
        </p:spPr>
        <p:txBody>
          <a:bodyPr/>
          <a:lstStyle/>
          <a:p>
            <a:endParaRPr lang="en-GB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B4393134-8D99-4801-EA8D-E91FB3C42A45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6205741" y="3982390"/>
            <a:ext cx="1629802" cy="581025"/>
          </a:xfrm>
        </p:spPr>
        <p:txBody>
          <a:bodyPr/>
          <a:lstStyle/>
          <a:p>
            <a:endParaRPr lang="en-GB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1AA5B69C-C130-BD5C-F112-D0D24106393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8091045" y="1632780"/>
            <a:ext cx="1629802" cy="581025"/>
          </a:xfrm>
        </p:spPr>
        <p:txBody>
          <a:bodyPr/>
          <a:lstStyle/>
          <a:p>
            <a:endParaRPr lang="en-GB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799C43D-8F50-02AE-C970-857BAF6454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8090685" y="3977643"/>
            <a:ext cx="1629802" cy="581025"/>
          </a:xfrm>
        </p:spPr>
        <p:txBody>
          <a:bodyPr/>
          <a:lstStyle/>
          <a:p>
            <a:endParaRPr lang="en-GB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86093E0-101F-0C50-78AC-EE54072C5B8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988023" y="1631309"/>
            <a:ext cx="1629802" cy="581025"/>
          </a:xfrm>
        </p:spPr>
        <p:txBody>
          <a:bodyPr/>
          <a:lstStyle/>
          <a:p>
            <a:endParaRPr lang="en-GB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CF8EEAAD-9C8A-5B63-26DA-B28310BEDA1B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987663" y="3976172"/>
            <a:ext cx="1629802" cy="581025"/>
          </a:xfrm>
        </p:spPr>
        <p:txBody>
          <a:bodyPr/>
          <a:lstStyle/>
          <a:p>
            <a:endParaRPr lang="en-GB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140238BA-0B7A-7D02-5947-1CE745B09B8F}"/>
              </a:ext>
            </a:extLst>
          </p:cNvPr>
          <p:cNvCxnSpPr/>
          <p:nvPr/>
        </p:nvCxnSpPr>
        <p:spPr>
          <a:xfrm>
            <a:off x="542925" y="6362700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C46477F-C1AB-327F-6C20-2A2915B5A4D0}"/>
              </a:ext>
            </a:extLst>
          </p:cNvPr>
          <p:cNvCxnSpPr>
            <a:cxnSpLocks/>
          </p:cNvCxnSpPr>
          <p:nvPr/>
        </p:nvCxnSpPr>
        <p:spPr>
          <a:xfrm>
            <a:off x="542926" y="488204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722023A4-CA45-8B97-8E60-7628F62A20A5}"/>
              </a:ext>
            </a:extLst>
          </p:cNvPr>
          <p:cNvSpPr/>
          <p:nvPr/>
        </p:nvSpPr>
        <p:spPr>
          <a:xfrm>
            <a:off x="542926" y="1425978"/>
            <a:ext cx="511200" cy="3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D0650CC-240B-9BBC-CEF6-D6F78C7B361A}"/>
              </a:ext>
            </a:extLst>
          </p:cNvPr>
          <p:cNvSpPr txBox="1"/>
          <p:nvPr/>
        </p:nvSpPr>
        <p:spPr>
          <a:xfrm>
            <a:off x="1814052" y="-176980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b="0" i="0">
              <a:solidFill>
                <a:srgbClr val="FFFFFF"/>
              </a:solidFill>
              <a:effectLst/>
              <a:latin typeface="Raleway" pitchFamily="2" charset="77"/>
              <a:cs typeface="Algerian" panose="020F0502020204030204" pitchFamily="34" charset="0"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9F1FE69-4295-42A3-5B54-671078E6EF03}"/>
              </a:ext>
            </a:extLst>
          </p:cNvPr>
          <p:cNvCxnSpPr>
            <a:cxnSpLocks/>
          </p:cNvCxnSpPr>
          <p:nvPr/>
        </p:nvCxnSpPr>
        <p:spPr>
          <a:xfrm>
            <a:off x="538872" y="488204"/>
            <a:ext cx="1110297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BD3B44A-FEC5-1AD0-F1C6-08F67231ACA7}"/>
              </a:ext>
            </a:extLst>
          </p:cNvPr>
          <p:cNvCxnSpPr>
            <a:cxnSpLocks/>
          </p:cNvCxnSpPr>
          <p:nvPr/>
        </p:nvCxnSpPr>
        <p:spPr>
          <a:xfrm>
            <a:off x="538872" y="6362700"/>
            <a:ext cx="1110297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4" name="Text Placeholder 5">
            <a:extLst>
              <a:ext uri="{FF2B5EF4-FFF2-40B4-BE49-F238E27FC236}">
                <a16:creationId xmlns:a16="http://schemas.microsoft.com/office/drawing/2014/main" id="{CBFD0D8C-7B7C-3348-6510-E4B29A8CF791}"/>
              </a:ext>
            </a:extLst>
          </p:cNvPr>
          <p:cNvSpPr txBox="1">
            <a:spLocks/>
          </p:cNvSpPr>
          <p:nvPr/>
        </p:nvSpPr>
        <p:spPr>
          <a:xfrm>
            <a:off x="538872" y="762011"/>
            <a:ext cx="11107028" cy="5730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2400" b="0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Representative Engagements</a:t>
            </a:r>
          </a:p>
          <a:p>
            <a:endParaRPr lang="en-US" dirty="0"/>
          </a:p>
        </p:txBody>
      </p:sp>
      <p:sp>
        <p:nvSpPr>
          <p:cNvPr id="105" name="Text Placeholder 10">
            <a:extLst>
              <a:ext uri="{FF2B5EF4-FFF2-40B4-BE49-F238E27FC236}">
                <a16:creationId xmlns:a16="http://schemas.microsoft.com/office/drawing/2014/main" id="{AA502CD9-49A9-163C-7B12-8DC2FDBFCCB3}"/>
              </a:ext>
            </a:extLst>
          </p:cNvPr>
          <p:cNvSpPr txBox="1">
            <a:spLocks/>
          </p:cNvSpPr>
          <p:nvPr/>
        </p:nvSpPr>
        <p:spPr>
          <a:xfrm>
            <a:off x="539232" y="2855083"/>
            <a:ext cx="1629803" cy="8665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000" b="0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Client Type (e.g. global insurance carrier, sovereign wealth fund, global asset manager)</a:t>
            </a:r>
          </a:p>
        </p:txBody>
      </p:sp>
      <p:sp>
        <p:nvSpPr>
          <p:cNvPr id="106" name="Text Placeholder 10">
            <a:extLst>
              <a:ext uri="{FF2B5EF4-FFF2-40B4-BE49-F238E27FC236}">
                <a16:creationId xmlns:a16="http://schemas.microsoft.com/office/drawing/2014/main" id="{7C89B4B1-51EC-A7EF-E790-13E3184FF4D7}"/>
              </a:ext>
            </a:extLst>
          </p:cNvPr>
          <p:cNvSpPr txBox="1">
            <a:spLocks/>
          </p:cNvSpPr>
          <p:nvPr/>
        </p:nvSpPr>
        <p:spPr>
          <a:xfrm>
            <a:off x="539592" y="2346917"/>
            <a:ext cx="1629802" cy="4372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200" b="1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Name</a:t>
            </a:r>
          </a:p>
        </p:txBody>
      </p:sp>
      <p:sp>
        <p:nvSpPr>
          <p:cNvPr id="108" name="Text Placeholder 10">
            <a:extLst>
              <a:ext uri="{FF2B5EF4-FFF2-40B4-BE49-F238E27FC236}">
                <a16:creationId xmlns:a16="http://schemas.microsoft.com/office/drawing/2014/main" id="{D4B255E5-34F7-DA5E-FDCD-28586801AD52}"/>
              </a:ext>
            </a:extLst>
          </p:cNvPr>
          <p:cNvSpPr txBox="1">
            <a:spLocks/>
          </p:cNvSpPr>
          <p:nvPr/>
        </p:nvSpPr>
        <p:spPr>
          <a:xfrm>
            <a:off x="538872" y="5199946"/>
            <a:ext cx="1629803" cy="8665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000" b="0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Client Type (e.g. global insurance carrier, sovereign wealth fund, global asset manager)</a:t>
            </a:r>
          </a:p>
        </p:txBody>
      </p:sp>
      <p:sp>
        <p:nvSpPr>
          <p:cNvPr id="109" name="Text Placeholder 10">
            <a:extLst>
              <a:ext uri="{FF2B5EF4-FFF2-40B4-BE49-F238E27FC236}">
                <a16:creationId xmlns:a16="http://schemas.microsoft.com/office/drawing/2014/main" id="{445AC631-2208-82B2-E1D0-156934773746}"/>
              </a:ext>
            </a:extLst>
          </p:cNvPr>
          <p:cNvSpPr txBox="1">
            <a:spLocks/>
          </p:cNvSpPr>
          <p:nvPr/>
        </p:nvSpPr>
        <p:spPr>
          <a:xfrm>
            <a:off x="539232" y="4691780"/>
            <a:ext cx="1629802" cy="4372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200" b="1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Name</a:t>
            </a:r>
          </a:p>
        </p:txBody>
      </p:sp>
      <p:sp>
        <p:nvSpPr>
          <p:cNvPr id="111" name="Text Placeholder 10">
            <a:extLst>
              <a:ext uri="{FF2B5EF4-FFF2-40B4-BE49-F238E27FC236}">
                <a16:creationId xmlns:a16="http://schemas.microsoft.com/office/drawing/2014/main" id="{0879D58A-61B2-04E2-B0FD-4388BBD12C95}"/>
              </a:ext>
            </a:extLst>
          </p:cNvPr>
          <p:cNvSpPr txBox="1">
            <a:spLocks/>
          </p:cNvSpPr>
          <p:nvPr/>
        </p:nvSpPr>
        <p:spPr>
          <a:xfrm>
            <a:off x="2436210" y="2853612"/>
            <a:ext cx="1629803" cy="8665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000" b="0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Client Type (e.g. global insurance carrier, sovereign wealth fund, global asset manager)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605062A1-090D-7BE2-4FBE-B846F4A8C6BC}"/>
              </a:ext>
            </a:extLst>
          </p:cNvPr>
          <p:cNvSpPr txBox="1">
            <a:spLocks/>
          </p:cNvSpPr>
          <p:nvPr/>
        </p:nvSpPr>
        <p:spPr>
          <a:xfrm>
            <a:off x="2436570" y="2345446"/>
            <a:ext cx="1629802" cy="4372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200" b="1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Name</a:t>
            </a:r>
          </a:p>
        </p:txBody>
      </p:sp>
      <p:sp>
        <p:nvSpPr>
          <p:cNvPr id="114" name="Text Placeholder 10">
            <a:extLst>
              <a:ext uri="{FF2B5EF4-FFF2-40B4-BE49-F238E27FC236}">
                <a16:creationId xmlns:a16="http://schemas.microsoft.com/office/drawing/2014/main" id="{E9EA71FB-1406-4C5D-B34B-6D07C1BDD6CD}"/>
              </a:ext>
            </a:extLst>
          </p:cNvPr>
          <p:cNvSpPr txBox="1">
            <a:spLocks/>
          </p:cNvSpPr>
          <p:nvPr/>
        </p:nvSpPr>
        <p:spPr>
          <a:xfrm>
            <a:off x="2435850" y="5198475"/>
            <a:ext cx="1629803" cy="8665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000" b="0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Client Type (e.g. global insurance carrier, sovereign wealth fund, global asset manager)</a:t>
            </a:r>
          </a:p>
        </p:txBody>
      </p:sp>
      <p:sp>
        <p:nvSpPr>
          <p:cNvPr id="115" name="Text Placeholder 10">
            <a:extLst>
              <a:ext uri="{FF2B5EF4-FFF2-40B4-BE49-F238E27FC236}">
                <a16:creationId xmlns:a16="http://schemas.microsoft.com/office/drawing/2014/main" id="{BDAFD857-3B2C-CD24-1188-61C109D891A5}"/>
              </a:ext>
            </a:extLst>
          </p:cNvPr>
          <p:cNvSpPr txBox="1">
            <a:spLocks/>
          </p:cNvSpPr>
          <p:nvPr/>
        </p:nvSpPr>
        <p:spPr>
          <a:xfrm>
            <a:off x="2436210" y="4690309"/>
            <a:ext cx="1629802" cy="4372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200" b="1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Name</a:t>
            </a:r>
          </a:p>
        </p:txBody>
      </p:sp>
      <p:sp>
        <p:nvSpPr>
          <p:cNvPr id="117" name="Text Placeholder 10">
            <a:extLst>
              <a:ext uri="{FF2B5EF4-FFF2-40B4-BE49-F238E27FC236}">
                <a16:creationId xmlns:a16="http://schemas.microsoft.com/office/drawing/2014/main" id="{491C0ECB-2AEC-67DC-A2C4-C8E84A1C1355}"/>
              </a:ext>
            </a:extLst>
          </p:cNvPr>
          <p:cNvSpPr txBox="1">
            <a:spLocks/>
          </p:cNvSpPr>
          <p:nvPr/>
        </p:nvSpPr>
        <p:spPr>
          <a:xfrm>
            <a:off x="4321155" y="2855083"/>
            <a:ext cx="1629803" cy="8665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000" b="0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Client Type (e.g. global insurance carrier, sovereign wealth fund, global asset manager)</a:t>
            </a:r>
          </a:p>
        </p:txBody>
      </p:sp>
      <p:sp>
        <p:nvSpPr>
          <p:cNvPr id="118" name="Text Placeholder 10">
            <a:extLst>
              <a:ext uri="{FF2B5EF4-FFF2-40B4-BE49-F238E27FC236}">
                <a16:creationId xmlns:a16="http://schemas.microsoft.com/office/drawing/2014/main" id="{DE3A1108-C134-F656-DB01-F0B8B3BCC0CB}"/>
              </a:ext>
            </a:extLst>
          </p:cNvPr>
          <p:cNvSpPr txBox="1">
            <a:spLocks/>
          </p:cNvSpPr>
          <p:nvPr/>
        </p:nvSpPr>
        <p:spPr>
          <a:xfrm>
            <a:off x="4321515" y="2346917"/>
            <a:ext cx="1629802" cy="4372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200" b="1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Name</a:t>
            </a:r>
          </a:p>
        </p:txBody>
      </p:sp>
      <p:sp>
        <p:nvSpPr>
          <p:cNvPr id="120" name="Text Placeholder 10">
            <a:extLst>
              <a:ext uri="{FF2B5EF4-FFF2-40B4-BE49-F238E27FC236}">
                <a16:creationId xmlns:a16="http://schemas.microsoft.com/office/drawing/2014/main" id="{ED74DB67-43ED-91F6-ABF2-C9ECCE6C43C3}"/>
              </a:ext>
            </a:extLst>
          </p:cNvPr>
          <p:cNvSpPr txBox="1">
            <a:spLocks/>
          </p:cNvSpPr>
          <p:nvPr/>
        </p:nvSpPr>
        <p:spPr>
          <a:xfrm>
            <a:off x="4320795" y="5199946"/>
            <a:ext cx="1629803" cy="8665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000" b="0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Client Type (e.g. global insurance carrier, sovereign wealth fund, global asset manager)</a:t>
            </a:r>
          </a:p>
        </p:txBody>
      </p:sp>
      <p:sp>
        <p:nvSpPr>
          <p:cNvPr id="121" name="Text Placeholder 10">
            <a:extLst>
              <a:ext uri="{FF2B5EF4-FFF2-40B4-BE49-F238E27FC236}">
                <a16:creationId xmlns:a16="http://schemas.microsoft.com/office/drawing/2014/main" id="{E7ACC0AA-52FC-6442-E871-CE8A07141754}"/>
              </a:ext>
            </a:extLst>
          </p:cNvPr>
          <p:cNvSpPr txBox="1">
            <a:spLocks/>
          </p:cNvSpPr>
          <p:nvPr/>
        </p:nvSpPr>
        <p:spPr>
          <a:xfrm>
            <a:off x="4321155" y="4691780"/>
            <a:ext cx="1629802" cy="4372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200" b="1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Name</a:t>
            </a:r>
          </a:p>
        </p:txBody>
      </p:sp>
      <p:sp>
        <p:nvSpPr>
          <p:cNvPr id="123" name="Text Placeholder 10">
            <a:extLst>
              <a:ext uri="{FF2B5EF4-FFF2-40B4-BE49-F238E27FC236}">
                <a16:creationId xmlns:a16="http://schemas.microsoft.com/office/drawing/2014/main" id="{7E761736-898D-9059-87F1-B5015D95E22D}"/>
              </a:ext>
            </a:extLst>
          </p:cNvPr>
          <p:cNvSpPr txBox="1">
            <a:spLocks/>
          </p:cNvSpPr>
          <p:nvPr/>
        </p:nvSpPr>
        <p:spPr>
          <a:xfrm>
            <a:off x="6206101" y="2841580"/>
            <a:ext cx="1629803" cy="8665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000" b="0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Client Type (e.g. global insurance carrier, sovereign wealth fund, global asset manager)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90543A90-7A50-D231-9512-35BC04D53BE9}"/>
              </a:ext>
            </a:extLst>
          </p:cNvPr>
          <p:cNvSpPr txBox="1">
            <a:spLocks/>
          </p:cNvSpPr>
          <p:nvPr/>
        </p:nvSpPr>
        <p:spPr>
          <a:xfrm>
            <a:off x="6206461" y="2333414"/>
            <a:ext cx="1629802" cy="4372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200" b="1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Name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00D1F796-616E-6D07-95B4-E0A3A9098DC8}"/>
              </a:ext>
            </a:extLst>
          </p:cNvPr>
          <p:cNvSpPr txBox="1">
            <a:spLocks/>
          </p:cNvSpPr>
          <p:nvPr/>
        </p:nvSpPr>
        <p:spPr>
          <a:xfrm>
            <a:off x="6205741" y="5186443"/>
            <a:ext cx="1629803" cy="8665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000" b="0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Client Type (e.g. global insurance carrier, sovereign wealth fund, global asset manager)</a:t>
            </a:r>
          </a:p>
        </p:txBody>
      </p:sp>
      <p:sp>
        <p:nvSpPr>
          <p:cNvPr id="127" name="Text Placeholder 10">
            <a:extLst>
              <a:ext uri="{FF2B5EF4-FFF2-40B4-BE49-F238E27FC236}">
                <a16:creationId xmlns:a16="http://schemas.microsoft.com/office/drawing/2014/main" id="{58744E91-ED9A-B349-473F-460239E9AF61}"/>
              </a:ext>
            </a:extLst>
          </p:cNvPr>
          <p:cNvSpPr txBox="1">
            <a:spLocks/>
          </p:cNvSpPr>
          <p:nvPr/>
        </p:nvSpPr>
        <p:spPr>
          <a:xfrm>
            <a:off x="6206101" y="4678277"/>
            <a:ext cx="1629802" cy="4372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200" b="1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Name</a:t>
            </a:r>
          </a:p>
        </p:txBody>
      </p:sp>
      <p:sp>
        <p:nvSpPr>
          <p:cNvPr id="129" name="Text Placeholder 10">
            <a:extLst>
              <a:ext uri="{FF2B5EF4-FFF2-40B4-BE49-F238E27FC236}">
                <a16:creationId xmlns:a16="http://schemas.microsoft.com/office/drawing/2014/main" id="{47871E74-58C0-CE9B-F27C-5A0A74A42ECD}"/>
              </a:ext>
            </a:extLst>
          </p:cNvPr>
          <p:cNvSpPr txBox="1">
            <a:spLocks/>
          </p:cNvSpPr>
          <p:nvPr/>
        </p:nvSpPr>
        <p:spPr>
          <a:xfrm>
            <a:off x="8091045" y="2836833"/>
            <a:ext cx="1629803" cy="8665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000" b="0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Client Type (e.g. global insurance carrier, sovereign wealth fund, global asset manager)</a:t>
            </a:r>
          </a:p>
        </p:txBody>
      </p:sp>
      <p:sp>
        <p:nvSpPr>
          <p:cNvPr id="130" name="Text Placeholder 10">
            <a:extLst>
              <a:ext uri="{FF2B5EF4-FFF2-40B4-BE49-F238E27FC236}">
                <a16:creationId xmlns:a16="http://schemas.microsoft.com/office/drawing/2014/main" id="{EF0888E2-E020-A26E-4022-AB45B137A92D}"/>
              </a:ext>
            </a:extLst>
          </p:cNvPr>
          <p:cNvSpPr txBox="1">
            <a:spLocks/>
          </p:cNvSpPr>
          <p:nvPr/>
        </p:nvSpPr>
        <p:spPr>
          <a:xfrm>
            <a:off x="8091405" y="2328667"/>
            <a:ext cx="1629802" cy="4372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200" b="1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Name</a:t>
            </a:r>
          </a:p>
        </p:txBody>
      </p:sp>
      <p:sp>
        <p:nvSpPr>
          <p:cNvPr id="132" name="Text Placeholder 10">
            <a:extLst>
              <a:ext uri="{FF2B5EF4-FFF2-40B4-BE49-F238E27FC236}">
                <a16:creationId xmlns:a16="http://schemas.microsoft.com/office/drawing/2014/main" id="{28417664-78DB-B6A8-FC4B-BC27BF4A0BB9}"/>
              </a:ext>
            </a:extLst>
          </p:cNvPr>
          <p:cNvSpPr txBox="1">
            <a:spLocks/>
          </p:cNvSpPr>
          <p:nvPr/>
        </p:nvSpPr>
        <p:spPr>
          <a:xfrm>
            <a:off x="8090685" y="5181696"/>
            <a:ext cx="1629803" cy="8665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000" b="0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Client Type (e.g. global insurance carrier, sovereign wealth fund, global asset manager)</a:t>
            </a:r>
          </a:p>
        </p:txBody>
      </p:sp>
      <p:sp>
        <p:nvSpPr>
          <p:cNvPr id="133" name="Text Placeholder 10">
            <a:extLst>
              <a:ext uri="{FF2B5EF4-FFF2-40B4-BE49-F238E27FC236}">
                <a16:creationId xmlns:a16="http://schemas.microsoft.com/office/drawing/2014/main" id="{32417DE2-16C3-A1D3-79ED-53EA7BB309C0}"/>
              </a:ext>
            </a:extLst>
          </p:cNvPr>
          <p:cNvSpPr txBox="1">
            <a:spLocks/>
          </p:cNvSpPr>
          <p:nvPr/>
        </p:nvSpPr>
        <p:spPr>
          <a:xfrm>
            <a:off x="8091045" y="4673530"/>
            <a:ext cx="1629802" cy="4372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200" b="1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Name</a:t>
            </a:r>
          </a:p>
        </p:txBody>
      </p:sp>
      <p:sp>
        <p:nvSpPr>
          <p:cNvPr id="135" name="Text Placeholder 10">
            <a:extLst>
              <a:ext uri="{FF2B5EF4-FFF2-40B4-BE49-F238E27FC236}">
                <a16:creationId xmlns:a16="http://schemas.microsoft.com/office/drawing/2014/main" id="{E9054A0D-5713-BAD2-FA60-A52655020F1B}"/>
              </a:ext>
            </a:extLst>
          </p:cNvPr>
          <p:cNvSpPr txBox="1">
            <a:spLocks/>
          </p:cNvSpPr>
          <p:nvPr/>
        </p:nvSpPr>
        <p:spPr>
          <a:xfrm>
            <a:off x="9988023" y="2835362"/>
            <a:ext cx="1629803" cy="8665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000" b="0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Client Type (e.g. global insurance carrier, sovereign wealth fund, global asset manager)</a:t>
            </a:r>
          </a:p>
        </p:txBody>
      </p:sp>
      <p:sp>
        <p:nvSpPr>
          <p:cNvPr id="136" name="Text Placeholder 10">
            <a:extLst>
              <a:ext uri="{FF2B5EF4-FFF2-40B4-BE49-F238E27FC236}">
                <a16:creationId xmlns:a16="http://schemas.microsoft.com/office/drawing/2014/main" id="{0EF9EF7B-8F10-0D33-E45D-EDE4CE50A236}"/>
              </a:ext>
            </a:extLst>
          </p:cNvPr>
          <p:cNvSpPr txBox="1">
            <a:spLocks/>
          </p:cNvSpPr>
          <p:nvPr/>
        </p:nvSpPr>
        <p:spPr>
          <a:xfrm>
            <a:off x="9988383" y="2327196"/>
            <a:ext cx="1629802" cy="4372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200" b="1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Name</a:t>
            </a:r>
          </a:p>
        </p:txBody>
      </p:sp>
      <p:sp>
        <p:nvSpPr>
          <p:cNvPr id="138" name="Text Placeholder 10">
            <a:extLst>
              <a:ext uri="{FF2B5EF4-FFF2-40B4-BE49-F238E27FC236}">
                <a16:creationId xmlns:a16="http://schemas.microsoft.com/office/drawing/2014/main" id="{7B1E4BDB-E2EB-8B22-260C-A1F4C9281623}"/>
              </a:ext>
            </a:extLst>
          </p:cNvPr>
          <p:cNvSpPr txBox="1">
            <a:spLocks/>
          </p:cNvSpPr>
          <p:nvPr/>
        </p:nvSpPr>
        <p:spPr>
          <a:xfrm>
            <a:off x="9987663" y="5180225"/>
            <a:ext cx="1629803" cy="8665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000" b="0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Client Type (e.g. global insurance carrier, sovereign wealth fund, global asset manager)</a:t>
            </a:r>
          </a:p>
        </p:txBody>
      </p:sp>
      <p:sp>
        <p:nvSpPr>
          <p:cNvPr id="139" name="Text Placeholder 10">
            <a:extLst>
              <a:ext uri="{FF2B5EF4-FFF2-40B4-BE49-F238E27FC236}">
                <a16:creationId xmlns:a16="http://schemas.microsoft.com/office/drawing/2014/main" id="{3EF51EF3-8EB4-17B9-15EA-5438DFC66FFC}"/>
              </a:ext>
            </a:extLst>
          </p:cNvPr>
          <p:cNvSpPr txBox="1">
            <a:spLocks/>
          </p:cNvSpPr>
          <p:nvPr/>
        </p:nvSpPr>
        <p:spPr>
          <a:xfrm>
            <a:off x="9988023" y="4672059"/>
            <a:ext cx="1629802" cy="4372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1200" b="1" i="0" kern="1200" spc="0">
                <a:solidFill>
                  <a:schemeClr val="accent1"/>
                </a:solidFill>
                <a:effectLst/>
                <a:latin typeface="Raleway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Assignment Name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02FE651-9F23-2CA6-8673-376718DBE713}"/>
              </a:ext>
            </a:extLst>
          </p:cNvPr>
          <p:cNvCxnSpPr>
            <a:cxnSpLocks/>
          </p:cNvCxnSpPr>
          <p:nvPr/>
        </p:nvCxnSpPr>
        <p:spPr>
          <a:xfrm>
            <a:off x="2298032" y="1631309"/>
            <a:ext cx="0" cy="208884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960BA003-E463-0B07-35E2-8CBF8D82D683}"/>
              </a:ext>
            </a:extLst>
          </p:cNvPr>
          <p:cNvCxnSpPr>
            <a:cxnSpLocks/>
          </p:cNvCxnSpPr>
          <p:nvPr/>
        </p:nvCxnSpPr>
        <p:spPr>
          <a:xfrm>
            <a:off x="2298032" y="3994422"/>
            <a:ext cx="0" cy="208884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1D545C6D-E602-4AE7-A599-D5414CC89DC5}"/>
              </a:ext>
            </a:extLst>
          </p:cNvPr>
          <p:cNvCxnSpPr>
            <a:cxnSpLocks/>
          </p:cNvCxnSpPr>
          <p:nvPr/>
        </p:nvCxnSpPr>
        <p:spPr>
          <a:xfrm>
            <a:off x="4182979" y="1631309"/>
            <a:ext cx="0" cy="208884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D33710A9-5017-6EAB-D20A-4AC5074EA99E}"/>
              </a:ext>
            </a:extLst>
          </p:cNvPr>
          <p:cNvCxnSpPr>
            <a:cxnSpLocks/>
          </p:cNvCxnSpPr>
          <p:nvPr/>
        </p:nvCxnSpPr>
        <p:spPr>
          <a:xfrm>
            <a:off x="4182979" y="3994422"/>
            <a:ext cx="0" cy="208884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C685797E-2C3F-FF49-493A-C1E03A474A67}"/>
              </a:ext>
            </a:extLst>
          </p:cNvPr>
          <p:cNvCxnSpPr>
            <a:cxnSpLocks/>
          </p:cNvCxnSpPr>
          <p:nvPr/>
        </p:nvCxnSpPr>
        <p:spPr>
          <a:xfrm>
            <a:off x="6083969" y="1631309"/>
            <a:ext cx="0" cy="208884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99C3D19E-3F9D-BF69-0F55-5E4A3DB5C552}"/>
              </a:ext>
            </a:extLst>
          </p:cNvPr>
          <p:cNvCxnSpPr>
            <a:cxnSpLocks/>
          </p:cNvCxnSpPr>
          <p:nvPr/>
        </p:nvCxnSpPr>
        <p:spPr>
          <a:xfrm>
            <a:off x="6083969" y="3994422"/>
            <a:ext cx="0" cy="208884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5B40C174-5E0F-08D8-5378-DC98BEE6038D}"/>
              </a:ext>
            </a:extLst>
          </p:cNvPr>
          <p:cNvCxnSpPr>
            <a:cxnSpLocks/>
          </p:cNvCxnSpPr>
          <p:nvPr/>
        </p:nvCxnSpPr>
        <p:spPr>
          <a:xfrm>
            <a:off x="7968916" y="1631309"/>
            <a:ext cx="0" cy="208884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BE4D3803-5CE1-4339-D1A3-9B8AA29B6BB8}"/>
              </a:ext>
            </a:extLst>
          </p:cNvPr>
          <p:cNvCxnSpPr>
            <a:cxnSpLocks/>
          </p:cNvCxnSpPr>
          <p:nvPr/>
        </p:nvCxnSpPr>
        <p:spPr>
          <a:xfrm>
            <a:off x="7968916" y="3994422"/>
            <a:ext cx="0" cy="208884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84A8C42-F002-6A5C-40E1-4855CCC409FE}"/>
              </a:ext>
            </a:extLst>
          </p:cNvPr>
          <p:cNvCxnSpPr>
            <a:cxnSpLocks/>
          </p:cNvCxnSpPr>
          <p:nvPr/>
        </p:nvCxnSpPr>
        <p:spPr>
          <a:xfrm>
            <a:off x="9865895" y="1606841"/>
            <a:ext cx="0" cy="208884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39528C86-06C9-1D0D-D61C-2514D1BFEA38}"/>
              </a:ext>
            </a:extLst>
          </p:cNvPr>
          <p:cNvCxnSpPr>
            <a:cxnSpLocks/>
          </p:cNvCxnSpPr>
          <p:nvPr/>
        </p:nvCxnSpPr>
        <p:spPr>
          <a:xfrm>
            <a:off x="9865895" y="3969954"/>
            <a:ext cx="0" cy="208884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1" name="Text Placeholder 10">
            <a:extLst>
              <a:ext uri="{FF2B5EF4-FFF2-40B4-BE49-F238E27FC236}">
                <a16:creationId xmlns:a16="http://schemas.microsoft.com/office/drawing/2014/main" id="{B19FC5B9-5A07-EB9F-657E-1E4369AE5F80}"/>
              </a:ext>
            </a:extLst>
          </p:cNvPr>
          <p:cNvSpPr txBox="1">
            <a:spLocks/>
          </p:cNvSpPr>
          <p:nvPr/>
        </p:nvSpPr>
        <p:spPr>
          <a:xfrm>
            <a:off x="815517" y="281049"/>
            <a:ext cx="8673958" cy="990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GB" sz="800" b="0" i="0" kern="1200" spc="150" baseline="0">
                <a:solidFill>
                  <a:schemeClr val="accent1"/>
                </a:solidFill>
                <a:effectLst/>
                <a:latin typeface="Raleway Bold" pitchFamily="2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1" i="0" kern="1200" dirty="0">
                <a:solidFill>
                  <a:schemeClr val="tx2"/>
                </a:solidFill>
                <a:latin typeface="Raleway" pitchFamily="2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000" b="0" i="0" kern="1200" dirty="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Raleway Medium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" b="1" i="0" kern="1200" spc="150" baseline="0">
                <a:solidFill>
                  <a:schemeClr val="tx2"/>
                </a:solidFill>
                <a:latin typeface="Raleway Black" pitchFamily="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| DECK TITLE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C019831-62BE-5575-6FA8-82C94E42E14C}"/>
              </a:ext>
            </a:extLst>
          </p:cNvPr>
          <p:cNvSpPr txBox="1"/>
          <p:nvPr/>
        </p:nvSpPr>
        <p:spPr>
          <a:xfrm>
            <a:off x="542925" y="329425"/>
            <a:ext cx="257298" cy="12311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lang="en-US" sz="800" b="1" i="0" spc="150" smtClean="0">
                <a:solidFill>
                  <a:schemeClr val="tx2"/>
                </a:solidFill>
                <a:latin typeface="Raleway Black" pitchFamily="2" charset="77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lang="en-US" sz="800" b="1" i="0" spc="150" baseline="0">
              <a:solidFill>
                <a:schemeClr val="tx2"/>
              </a:solidFill>
              <a:latin typeface="Raleway Black" pitchFamily="2" charset="77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F519447-74CA-BB3F-580F-49E33B895CAE}"/>
              </a:ext>
            </a:extLst>
          </p:cNvPr>
          <p:cNvGrpSpPr/>
          <p:nvPr/>
        </p:nvGrpSpPr>
        <p:grpSpPr>
          <a:xfrm>
            <a:off x="536574" y="6398353"/>
            <a:ext cx="1416051" cy="92333"/>
            <a:chOff x="536574" y="6398353"/>
            <a:chExt cx="1416051" cy="92333"/>
          </a:xfrm>
        </p:grpSpPr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1D37CDA7-FA1E-BAE3-7945-F37342963F62}"/>
                </a:ext>
              </a:extLst>
            </p:cNvPr>
            <p:cNvSpPr txBox="1"/>
            <p:nvPr userDrawn="1">
              <p:custDataLst>
                <p:tags r:id="rId1"/>
              </p:custDataLst>
            </p:nvPr>
          </p:nvSpPr>
          <p:spPr>
            <a:xfrm>
              <a:off x="542924" y="6398353"/>
              <a:ext cx="1409701" cy="92333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lvl="0"/>
              <a:r>
                <a:rPr lang="en-US" sz="600" b="1" i="0" u="none" spc="150" baseline="0">
                  <a:solidFill>
                    <a:schemeClr val="accent1"/>
                  </a:solidFill>
                  <a:latin typeface="Raleway Black" pitchFamily="2" charset="77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SHEFFIELDHAWORTH.COM</a:t>
              </a:r>
              <a:endParaRPr lang="en-US" sz="600" b="1" i="0" u="none" spc="150" baseline="0">
                <a:solidFill>
                  <a:schemeClr val="accent1"/>
                </a:solidFill>
                <a:latin typeface="Raleway Black" pitchFamily="2" charset="77"/>
              </a:endParaRPr>
            </a:p>
          </p:txBody>
        </p: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90FBD79-D252-1C1B-9A39-A1E7C98E033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36574" y="6482620"/>
              <a:ext cx="141605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0317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SH">
  <a:themeElements>
    <a:clrScheme name="Sheffield Haworth">
      <a:dk1>
        <a:srgbClr val="222229"/>
      </a:dk1>
      <a:lt1>
        <a:srgbClr val="FFFFFF"/>
      </a:lt1>
      <a:dk2>
        <a:srgbClr val="2C2E82"/>
      </a:dk2>
      <a:lt2>
        <a:srgbClr val="F2F2F2"/>
      </a:lt2>
      <a:accent1>
        <a:srgbClr val="2C2F82"/>
      </a:accent1>
      <a:accent2>
        <a:srgbClr val="27C3F3"/>
      </a:accent2>
      <a:accent3>
        <a:srgbClr val="00798E"/>
      </a:accent3>
      <a:accent4>
        <a:srgbClr val="4D2DCF"/>
      </a:accent4>
      <a:accent5>
        <a:srgbClr val="8771E0"/>
      </a:accent5>
      <a:accent6>
        <a:srgbClr val="F2F2F2"/>
      </a:accent6>
      <a:hlink>
        <a:srgbClr val="4D2DCF"/>
      </a:hlink>
      <a:folHlink>
        <a:srgbClr val="FFFFFF"/>
      </a:folHlink>
    </a:clrScheme>
    <a:fontScheme name="SH">
      <a:majorFont>
        <a:latin typeface="Raleway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0000"/>
          </a:lnSpc>
          <a:spcBef>
            <a:spcPts val="0"/>
          </a:spcBef>
          <a:spcAft>
            <a:spcPts val="0"/>
          </a:spcAft>
          <a:defRPr b="0" i="0" dirty="0" smtClean="0">
            <a:solidFill>
              <a:srgbClr val="FFFFFF"/>
            </a:solidFill>
            <a:effectLst/>
            <a:latin typeface="Raleway" pitchFamily="2" charset="77"/>
            <a:cs typeface="Algerian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H" id="{C408DEA9-61A8-A84A-8D2C-1D4CC1DAA581}" vid="{B105B99D-E812-5C4C-B489-DB1217BE756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CC9CE2D-E5F7-41A9-9B73-70054028193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d071758-60c9-4d95-8c57-59952165afd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e6d124-157e-4db3-accf-90154e53f67d" xsi:nil="true"/>
    <_ip_UnifiedCompliancePolicyUIAction xmlns="http://schemas.microsoft.com/sharepoint/v3" xsi:nil="true"/>
    <lcf76f155ced4ddcb4097134ff3c332f xmlns="c59d7448-2016-48ac-8116-1a263a71d5c2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B187BE3B3AEC4AB8674E2C30249C78" ma:contentTypeVersion="26" ma:contentTypeDescription="Create a new document." ma:contentTypeScope="" ma:versionID="a6bb2971ac57d20158ebc689397b4758">
  <xsd:schema xmlns:xsd="http://www.w3.org/2001/XMLSchema" xmlns:xs="http://www.w3.org/2001/XMLSchema" xmlns:p="http://schemas.microsoft.com/office/2006/metadata/properties" xmlns:ns1="http://schemas.microsoft.com/sharepoint/v3" xmlns:ns2="8fe6d124-157e-4db3-accf-90154e53f67d" xmlns:ns3="c59d7448-2016-48ac-8116-1a263a71d5c2" targetNamespace="http://schemas.microsoft.com/office/2006/metadata/properties" ma:root="true" ma:fieldsID="8a5a5e648fbb586fb833005c4f0aa645" ns1:_="" ns2:_="" ns3:_="">
    <xsd:import namespace="http://schemas.microsoft.com/sharepoint/v3"/>
    <xsd:import namespace="8fe6d124-157e-4db3-accf-90154e53f67d"/>
    <xsd:import namespace="c59d7448-2016-48ac-8116-1a263a71d5c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description="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description="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e6d124-157e-4db3-accf-90154e53f67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6" nillable="true" ma:displayName="Taxonomy Catch All Column" ma:hidden="true" ma:list="{40df0fcf-db67-4e06-9d0f-dfbf04ac3be6}" ma:internalName="TaxCatchAll" ma:showField="CatchAllData" ma:web="8fe6d124-157e-4db3-accf-90154e53f6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9d7448-2016-48ac-8116-1a263a71d5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6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9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497af4df-0819-45cf-861e-f6122f4a94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EABEF3-214C-490F-9B30-301C49BB92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6BABFC-641A-49C3-9D13-499712C87DAF}">
  <ds:schemaRefs>
    <ds:schemaRef ds:uri="http://purl.org/dc/terms/"/>
    <ds:schemaRef ds:uri="8fe6d124-157e-4db3-accf-90154e53f67d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sharepoint/v3"/>
    <ds:schemaRef ds:uri="http://www.w3.org/XML/1998/namespace"/>
    <ds:schemaRef ds:uri="http://purl.org/dc/dcmitype/"/>
    <ds:schemaRef ds:uri="c59d7448-2016-48ac-8116-1a263a71d5c2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D51AC8C-3BE9-421F-83A5-C0C8966150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fe6d124-157e-4db3-accf-90154e53f67d"/>
    <ds:schemaRef ds:uri="c59d7448-2016-48ac-8116-1a263a71d5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273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Raleway</vt:lpstr>
      <vt:lpstr>Raleway Black</vt:lpstr>
      <vt:lpstr>Raleway Light</vt:lpstr>
      <vt:lpstr>Raleway Medium</vt:lpstr>
      <vt:lpstr>SH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Merkou</dc:creator>
  <cp:lastModifiedBy>Frances Wright</cp:lastModifiedBy>
  <cp:revision>3</cp:revision>
  <dcterms:created xsi:type="dcterms:W3CDTF">2023-08-14T16:03:23Z</dcterms:created>
  <dcterms:modified xsi:type="dcterms:W3CDTF">2026-08-26T09:51:29Z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0x010100D8B187BE3B3AEC4AB8674E2C30249C78</vt:lpwstr>
  </property>
  <property fmtid="{D5CDD505-2E9C-101B-9397-08002B2CF9AE}" pid="3" name="MediaServiceImageTags">
    <vt:lpwstr/>
  </property>
</Properties>
</file>