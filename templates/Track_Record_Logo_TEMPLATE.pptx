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6"/>
  </p:notesMasterIdLst>
  <p:handoutMasterIdLst>
    <p:handoutMasterId r:id="rId7"/>
  </p:handoutMasterIdLst>
  <p:sldIdLst>
    <p:sldId id="32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061EA79-6A1B-95F0-AD06-1F34F7178D57}" name="Frances Wright" initials="FW" userId="S::f.wright@sheffieldhaworth.com::3125d111-e9c0-4794-88d9-0c70b0c9d8b2" providerId="AD"/>
  <p188:author id="{265156C8-B601-491F-9EB3-030A40A74C7D}" name="Gareth Burden" initials="GB" userId="S::g.burden@sheffieldhaworth.com::4c5c1413-cd10-438b-8510-8faa6b875a47" providerId="AD"/>
  <p188:author id="{27D691D4-F202-0996-79E8-3EB60685D1B4}" name="Maria Merkou" initials="MM" userId="S::m.merkou@sheffieldhaworth.com::0fbaa89b-04ad-4a57-b515-b05639967a17" providerId="AD"/>
  <p188:author id="{6FC5DAD6-4C5E-C0DF-E3A0-B1E2D00727AD}" name="Debbie Gazzard" initials="DG" userId="S::d.gazzard@sheffieldhaworth.com::54a6ee3e-80f3-4890-a25f-631595999308" providerId="AD"/>
  <p188:author id="{68BB8CF2-C6AE-CE0D-7CF6-D4E3D42FA02D}" name="Terry Sambridge" initials="TS" userId="S::t.sambridge@sheffieldhaworth.com::7401f427-3f89-4430-8923-7760386c881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AFD"/>
    <a:srgbClr val="2C2E82"/>
    <a:srgbClr val="59197A"/>
    <a:srgbClr val="F4F3FB"/>
    <a:srgbClr val="163B45"/>
    <a:srgbClr val="245A68"/>
    <a:srgbClr val="4699C3"/>
    <a:srgbClr val="B5E5F7"/>
    <a:srgbClr val="D9F3FB"/>
    <a:srgbClr val="B4AA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112C47-BFB8-496F-A277-13E756D6C494}" v="38" dt="2026-07-23T16:27:14.926"/>
  </p1510:revLst>
</p1510:revInfo>
</file>

<file path=ppt/tableStyles.xml><?xml version="1.0" encoding="utf-8"?>
<a:tblStyleLst xmlns:a="http://schemas.openxmlformats.org/drawingml/2006/main" def="{5C22544A-7EE6-4342-B048-85BDC9FD1C31}">
  <a:tblStyle styleId="{5C22544A-7EE6-4342-B048-85BDC9FD1C31}" styleName="SH Styl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rgbClr val="EEEBFB"/>
          </a:solidFill>
        </a:fill>
      </a:tcStyle>
    </a:band1H>
    <a:band2H>
      <a:tcStyle>
        <a:tcBdr/>
        <a:fill>
          <a:solidFill>
            <a:srgbClr val="EEEBFB"/>
          </a:solidFill>
        </a:fill>
      </a:tcStyle>
    </a:band2H>
    <a:band1V>
      <a:tcStyle>
        <a:tcBdr/>
        <a:fill>
          <a:solidFill>
            <a:srgbClr val="EEEBFB"/>
          </a:solidFill>
        </a:fill>
      </a:tcStyle>
    </a:band1V>
    <a:band2V>
      <a:tcStyle>
        <a:tcBdr/>
        <a:fill>
          <a:solidFill>
            <a:srgbClr val="EEEBFB"/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rgbClr val="EEEBFB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rgbClr val="EEEBFB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rgbClr val="EEEBFB"/>
              </a:solidFill>
            </a:ln>
          </a:top>
        </a:tcBdr>
        <a:fill>
          <a:solidFill>
            <a:srgbClr val="EEEBFB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rgbClr val="EEEBFB"/>
              </a:solidFill>
            </a:ln>
          </a:bottom>
        </a:tcBdr>
        <a:fill>
          <a:solidFill>
            <a:srgbClr val="7030A0"/>
          </a:solidFill>
        </a:fill>
      </a:tcStyle>
    </a:firstRow>
  </a:tblStyle>
  <a:tblStyle styleId="{0817EA92-75D0-4044-A80A-286907CE0DD2}" styleName="SH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rgbClr val="EEEBFB"/>
          </a:solidFill>
        </a:fill>
      </a:tcStyle>
    </a:band1H>
    <a:band2H>
      <a:tcStyle>
        <a:tcBdr/>
        <a:fill>
          <a:solidFill>
            <a:srgbClr val="EEEBFB"/>
          </a:solidFill>
        </a:fill>
      </a:tcStyle>
    </a:band2H>
    <a:band1V>
      <a:tcStyle>
        <a:tcBdr/>
        <a:fill>
          <a:solidFill>
            <a:srgbClr val="EEEBFB"/>
          </a:solidFill>
        </a:fill>
      </a:tcStyle>
    </a:band1V>
    <a:band2V>
      <a:tcStyle>
        <a:tcBdr/>
        <a:fill>
          <a:solidFill>
            <a:srgbClr val="EEEBFB"/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rgbClr val="EEEBFB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rgbClr val="EEEBFB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rgbClr val="EEEBFB"/>
              </a:solidFill>
            </a:ln>
          </a:top>
        </a:tcBdr>
        <a:fill>
          <a:solidFill>
            <a:srgbClr val="EEEBFB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rgbClr val="EEEBFB"/>
              </a:solidFill>
            </a:ln>
          </a:bottom>
        </a:tcBdr>
        <a:fill>
          <a:solidFill>
            <a:srgbClr val="2C2E82"/>
          </a:solidFill>
        </a:fill>
      </a:tcStyle>
    </a:firstRow>
  </a:tblStyle>
  <a:tblStyle styleId="{073A0DAA-6AF3-43AB-8588-CEC1D06C72B3}" styleName="SH Styl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rgbClr val="2C2E82"/>
              </a:solidFill>
            </a:ln>
          </a:bottom>
          <a:insideH>
            <a:ln w="0" cmpd="sng">
              <a:solidFill>
                <a:schemeClr val="lt1"/>
              </a:solidFill>
            </a:ln>
          </a:insideH>
          <a:insideV>
            <a:ln w="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rgbClr val="EEEBFB"/>
          </a:solidFill>
        </a:fill>
      </a:tcStyle>
    </a:band1H>
    <a:band2H>
      <a:tcStyle>
        <a:tcBdr/>
        <a:fill>
          <a:solidFill>
            <a:srgbClr val="EEEBFB"/>
          </a:solidFill>
        </a:fill>
      </a:tcStyle>
    </a:band2H>
    <a:band1V>
      <a:tcStyle>
        <a:tcBdr/>
        <a:fill>
          <a:solidFill>
            <a:srgbClr val="EEEBFB"/>
          </a:solidFill>
        </a:fill>
      </a:tcStyle>
    </a:band1V>
    <a:band2V>
      <a:tcStyle>
        <a:tcBdr/>
        <a:fill>
          <a:solidFill>
            <a:srgbClr val="EEEBFB"/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rgbClr val="EEEBFB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rgbClr val="EEEBFB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rgbClr val="2C2E82"/>
              </a:solidFill>
            </a:ln>
          </a:bottom>
        </a:tcBdr>
        <a:fill>
          <a:solidFill>
            <a:srgbClr val="EEEBFB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top>
            <a:ln w="12700" cmpd="sng">
              <a:solidFill>
                <a:srgbClr val="2C2E82"/>
              </a:solidFill>
            </a:ln>
          </a:top>
          <a:bottom>
            <a:ln w="12700" cmpd="sng">
              <a:solidFill>
                <a:srgbClr val="2C2E82"/>
              </a:solidFill>
            </a:ln>
          </a:bottom>
        </a:tcBdr>
        <a:fill>
          <a:solidFill>
            <a:srgbClr val="FFFFFF"/>
          </a:solidFill>
        </a:fill>
      </a:tcStyle>
    </a:firstRow>
  </a:tblStyle>
  <a:tblStyle styleId="{69C7853C-536D-4A76-A0AE-DD22124D55A4}" styleName="SH Styl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rgbClr val="7030A0"/>
              </a:solidFill>
            </a:ln>
          </a:bottom>
          <a:insideH>
            <a:ln w="0" cmpd="sng">
              <a:solidFill>
                <a:schemeClr val="lt1"/>
              </a:solidFill>
            </a:ln>
          </a:insideH>
          <a:insideV>
            <a:ln w="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rgbClr val="EEEBFB"/>
          </a:solidFill>
        </a:fill>
      </a:tcStyle>
    </a:band1H>
    <a:band2H>
      <a:tcStyle>
        <a:tcBdr/>
        <a:fill>
          <a:solidFill>
            <a:srgbClr val="EEEBFB"/>
          </a:solidFill>
        </a:fill>
      </a:tcStyle>
    </a:band2H>
    <a:band1V>
      <a:tcStyle>
        <a:tcBdr/>
        <a:fill>
          <a:solidFill>
            <a:srgbClr val="EEEBFB"/>
          </a:solidFill>
        </a:fill>
      </a:tcStyle>
    </a:band1V>
    <a:band2V>
      <a:tcStyle>
        <a:tcBdr/>
        <a:fill>
          <a:solidFill>
            <a:srgbClr val="EEEBFB"/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rgbClr val="EEEBFB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rgbClr val="EEEBFB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rgbClr val="7030A0"/>
              </a:solidFill>
            </a:ln>
          </a:bottom>
        </a:tcBdr>
        <a:fill>
          <a:solidFill>
            <a:srgbClr val="EEEBFB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top>
            <a:ln w="12700" cmpd="sng">
              <a:solidFill>
                <a:srgbClr val="7030A0"/>
              </a:solidFill>
            </a:ln>
          </a:top>
          <a:bottom>
            <a:ln w="12700" cmpd="sng">
              <a:solidFill>
                <a:srgbClr val="7030A0"/>
              </a:solidFill>
            </a:ln>
          </a:bottom>
        </a:tcBdr>
        <a:fill>
          <a:solidFill>
            <a:srgbClr val="FFFFFF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uel Shipp" userId="68c97247-92ef-4b1c-b465-82806c965376" providerId="ADAL" clId="{4DCAE9D9-F975-44BA-84D7-A3D6A5C7C7C4}"/>
    <pc:docChg chg="undo redo custSel addSld delSld modSld modMainMaster">
      <pc:chgData name="Samuel Shipp" userId="68c97247-92ef-4b1c-b465-82806c965376" providerId="ADAL" clId="{4DCAE9D9-F975-44BA-84D7-A3D6A5C7C7C4}" dt="2026-07-23T16:27:14.926" v="454"/>
      <pc:docMkLst>
        <pc:docMk/>
      </pc:docMkLst>
      <pc:sldChg chg="addSp delSp modSp new mod">
        <pc:chgData name="Samuel Shipp" userId="68c97247-92ef-4b1c-b465-82806c965376" providerId="ADAL" clId="{4DCAE9D9-F975-44BA-84D7-A3D6A5C7C7C4}" dt="2026-07-23T16:27:14.926" v="454"/>
        <pc:sldMkLst>
          <pc:docMk/>
          <pc:sldMk cId="3179705421" sldId="324"/>
        </pc:sldMkLst>
        <pc:graphicFrameChg chg="add mod">
          <ac:chgData name="Samuel Shipp" userId="68c97247-92ef-4b1c-b465-82806c965376" providerId="ADAL" clId="{4DCAE9D9-F975-44BA-84D7-A3D6A5C7C7C4}" dt="2026-07-23T16:27:14.926" v="454"/>
          <ac:graphicFrameMkLst>
            <pc:docMk/>
            <pc:sldMk cId="3179705421" sldId="324"/>
            <ac:graphicFrameMk id="4" creationId="{EB681314-024C-8675-3532-13939ECC0318}"/>
          </ac:graphicFrameMkLst>
        </pc:graphicFrameChg>
        <pc:graphicFrameChg chg="add mod modGraphic">
          <ac:chgData name="Samuel Shipp" userId="68c97247-92ef-4b1c-b465-82806c965376" providerId="ADAL" clId="{4DCAE9D9-F975-44BA-84D7-A3D6A5C7C7C4}" dt="2026-07-23T16:27:09.864" v="447"/>
          <ac:graphicFrameMkLst>
            <pc:docMk/>
            <pc:sldMk cId="3179705421" sldId="324"/>
            <ac:graphicFrameMk id="7" creationId="{5E3E26D0-1118-F38A-5FA6-E24D891BD384}"/>
          </ac:graphicFrameMkLst>
        </pc:graphicFrameChg>
        <pc:graphicFrameChg chg="del">
          <ac:chgData name="Samuel Shipp" userId="68c97247-92ef-4b1c-b465-82806c965376" providerId="ADAL" clId="{4DCAE9D9-F975-44BA-84D7-A3D6A5C7C7C4}" dt="2026-07-23T16:25:16.830" v="368" actId="478"/>
          <ac:graphicFrameMkLst>
            <pc:docMk/>
            <pc:sldMk cId="3179705421" sldId="324"/>
            <ac:graphicFrameMk id="8" creationId="{9B6EFF53-48A6-6D14-F3C8-B960A2DCC6C7}"/>
          </ac:graphicFrameMkLst>
        </pc:graphicFrame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B73AFFD-7952-8F47-9562-43A0D02E893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AEEC13-AA39-FF47-81D6-7C4821895D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9124C0-B47C-2D4D-B7DA-E1D6FCB07920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B92179-FB29-274C-9ABA-B401B5789AB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77F99F-A89C-CA42-8B3D-AB3510A23B5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5F1ED3-BA79-4540-A3BF-19E1F1455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2422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72F554-F5A9-ED4C-BC96-1B154D77C3BA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6A1AEB-2744-3C41-A5F8-CDFEB54C3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586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slideMaster" Target="../slideMasters/slideMaster1.xml"/><Relationship Id="rId5" Type="http://schemas.openxmlformats.org/officeDocument/2006/relationships/hyperlink" Target="https://www.sheffieldhaworth.com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 text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C72AC86-FAD0-D84B-8DBD-9E6DC3D4B39F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542926" y="488204"/>
            <a:ext cx="11102975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030A2EA1-A38C-C39B-ECDE-81067D5E09A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8872" y="559343"/>
            <a:ext cx="11107028" cy="57308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147822DE-C066-0E13-96B9-58BD9CEE8B7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51926" y="1608904"/>
            <a:ext cx="11102975" cy="442213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2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Insert text</a:t>
            </a:r>
            <a:endParaRPr lang="en-GB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0E0E8A17-DB25-9A63-FDAF-56A4B61855C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15517" y="345057"/>
            <a:ext cx="8673958" cy="9900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800" b="0" spc="150" baseline="0">
                <a:solidFill>
                  <a:schemeClr val="accent1"/>
                </a:solidFill>
                <a:latin typeface="Raleway Bold" pitchFamily="2" charset="0"/>
              </a:defRPr>
            </a:lvl1pPr>
          </a:lstStyle>
          <a:p>
            <a:pPr lvl="0"/>
            <a:r>
              <a:rPr lang="en-US"/>
              <a:t>| DECK TITLE</a:t>
            </a:r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06AD0C-D1A8-4563-B030-2EEC642B6AE1}"/>
              </a:ext>
            </a:extLst>
          </p:cNvPr>
          <p:cNvSpPr txBox="1"/>
          <p:nvPr userDrawn="1"/>
        </p:nvSpPr>
        <p:spPr>
          <a:xfrm>
            <a:off x="542925" y="329425"/>
            <a:ext cx="257298" cy="123111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F63A3B-78C7-47BE-AE5E-E10140E04643}" type="slidenum">
              <a:rPr lang="en-US" sz="800" b="1" i="0" spc="150" smtClean="0">
                <a:solidFill>
                  <a:schemeClr val="tx2"/>
                </a:solidFill>
                <a:latin typeface="Raleway Black" pitchFamily="2" charset="77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b="1" i="0" spc="150" baseline="0">
              <a:solidFill>
                <a:schemeClr val="tx2"/>
              </a:solidFill>
              <a:latin typeface="Raleway Black" pitchFamily="2" charset="77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782B080-FEC5-D145-8520-02936185C18B}"/>
              </a:ext>
            </a:extLst>
          </p:cNvPr>
          <p:cNvCxnSpPr>
            <a:cxnSpLocks/>
          </p:cNvCxnSpPr>
          <p:nvPr userDrawn="1">
            <p:custDataLst>
              <p:tags r:id="rId2"/>
            </p:custDataLst>
          </p:nvPr>
        </p:nvCxnSpPr>
        <p:spPr>
          <a:xfrm>
            <a:off x="538872" y="6362700"/>
            <a:ext cx="11102976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D99CAF8-48FB-604A-B80B-600F2E1F34E6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42924" y="6398353"/>
            <a:ext cx="1409701" cy="92333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lvl="0"/>
            <a:r>
              <a:rPr lang="en-US" sz="600" b="1" i="0" u="none" spc="150" baseline="0">
                <a:solidFill>
                  <a:schemeClr val="accent1"/>
                </a:solidFill>
                <a:latin typeface="Raleway Black" pitchFamily="2" charset="7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SHEFFIELDHAWORTH.COM</a:t>
            </a:r>
            <a:endParaRPr lang="en-US" sz="600" b="1" i="0" u="none" spc="150" baseline="0">
              <a:solidFill>
                <a:schemeClr val="accent1"/>
              </a:solidFill>
              <a:latin typeface="Raleway Black" pitchFamily="2" charset="7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EA96A1-A5D4-3548-901D-72CF79962F56}"/>
              </a:ext>
            </a:extLst>
          </p:cNvPr>
          <p:cNvSpPr/>
          <p:nvPr userDrawn="1"/>
        </p:nvSpPr>
        <p:spPr>
          <a:xfrm>
            <a:off x="538872" y="6477986"/>
            <a:ext cx="1388353" cy="1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40640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7AB3B7BA-C6C8-2248-B9FC-305154F09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959A1D4-4565-0F43-8D7F-8D77464C1C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426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46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2"/>
          </a:solidFill>
          <a:latin typeface="Raleway Light" pitchFamily="2" charset="77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lang="en-GB" sz="2400" b="0" i="0" kern="1200" spc="0" dirty="0">
          <a:solidFill>
            <a:schemeClr val="tx2"/>
          </a:solidFill>
          <a:effectLst/>
          <a:latin typeface="Raleway" pitchFamily="2" charset="77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lang="en-GB" sz="1000" b="1" i="0" kern="1200" dirty="0">
          <a:solidFill>
            <a:schemeClr val="tx2"/>
          </a:solidFill>
          <a:latin typeface="Raleway" pitchFamily="2" charset="77"/>
          <a:ea typeface="+mn-ea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lang="en-GB" sz="1000" b="0" i="0" kern="1200" dirty="0">
          <a:solidFill>
            <a:schemeClr val="tx2"/>
          </a:solidFill>
          <a:latin typeface="Raleway Medium" pitchFamily="2" charset="77"/>
          <a:ea typeface="+mn-ea"/>
          <a:cs typeface="+mn-cs"/>
        </a:defRPr>
      </a:lvl3pPr>
      <a:lvl4pPr marL="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600" b="0" i="0" kern="1200">
          <a:solidFill>
            <a:schemeClr val="tx2"/>
          </a:solidFill>
          <a:latin typeface="Raleway Medium" pitchFamily="2" charset="77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600" b="1" i="0" kern="1200" spc="150" baseline="0">
          <a:solidFill>
            <a:schemeClr val="tx2"/>
          </a:solidFill>
          <a:latin typeface="Raleway Black" pitchFamily="2" charset="77"/>
          <a:ea typeface="+mn-ea"/>
          <a:cs typeface="+mn-cs"/>
        </a:defRPr>
      </a:lvl5pPr>
      <a:lvl6pPr marL="22860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35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3" pos="339" userDrawn="1">
          <p15:clr>
            <a:srgbClr val="F26B43"/>
          </p15:clr>
        </p15:guide>
        <p15:guide id="4" orient="horz" pos="342">
          <p15:clr>
            <a:srgbClr val="F26B43"/>
          </p15:clr>
        </p15:guide>
        <p15:guide id="5" pos="7336">
          <p15:clr>
            <a:srgbClr val="F26B43"/>
          </p15:clr>
        </p15:guide>
        <p15:guide id="6" orient="horz" pos="3974">
          <p15:clr>
            <a:srgbClr val="F26B43"/>
          </p15:clr>
        </p15:guide>
        <p15:guide id="7" pos="2714">
          <p15:clr>
            <a:srgbClr val="F26B43"/>
          </p15:clr>
        </p15:guide>
        <p15:guide id="8" pos="4966">
          <p15:clr>
            <a:srgbClr val="F26B43"/>
          </p15:clr>
        </p15:guide>
        <p15:guide id="9" pos="5084">
          <p15:clr>
            <a:srgbClr val="F26B43"/>
          </p15:clr>
        </p15:guide>
        <p15:guide id="10" pos="2591">
          <p15:clr>
            <a:srgbClr val="F26B43"/>
          </p15:clr>
        </p15:guide>
        <p15:guide id="11" pos="3774">
          <p15:clr>
            <a:srgbClr val="F26B43"/>
          </p15:clr>
        </p15:guide>
        <p15:guide id="12" pos="3904">
          <p15:clr>
            <a:srgbClr val="F26B43"/>
          </p15:clr>
        </p15:guide>
        <p15:guide id="13" pos="1528">
          <p15:clr>
            <a:srgbClr val="F26B43"/>
          </p15:clr>
        </p15:guide>
        <p15:guide id="14" pos="1404">
          <p15:clr>
            <a:srgbClr val="F26B43"/>
          </p15:clr>
        </p15:guide>
        <p15:guide id="15" pos="6270">
          <p15:clr>
            <a:srgbClr val="F26B43"/>
          </p15:clr>
        </p15:guide>
        <p15:guide id="16" pos="6146">
          <p15:clr>
            <a:srgbClr val="F26B43"/>
          </p15:clr>
        </p15:guide>
        <p15:guide id="17" pos="5548">
          <p15:clr>
            <a:srgbClr val="F26B43"/>
          </p15:clr>
        </p15:guide>
        <p15:guide id="18" pos="5680">
          <p15:clr>
            <a:srgbClr val="F26B43"/>
          </p15:clr>
        </p15:guide>
        <p15:guide id="19" pos="6740">
          <p15:clr>
            <a:srgbClr val="F26B43"/>
          </p15:clr>
        </p15:guide>
        <p15:guide id="20" pos="6872">
          <p15:clr>
            <a:srgbClr val="F26B43"/>
          </p15:clr>
        </p15:guide>
        <p15:guide id="21" pos="4368">
          <p15:clr>
            <a:srgbClr val="F26B43"/>
          </p15:clr>
        </p15:guide>
        <p15:guide id="22" pos="4500">
          <p15:clr>
            <a:srgbClr val="F26B43"/>
          </p15:clr>
        </p15:guide>
        <p15:guide id="23" pos="3176">
          <p15:clr>
            <a:srgbClr val="F26B43"/>
          </p15:clr>
        </p15:guide>
        <p15:guide id="24" pos="3308">
          <p15:clr>
            <a:srgbClr val="F26B43"/>
          </p15:clr>
        </p15:guide>
        <p15:guide id="25" pos="1994">
          <p15:clr>
            <a:srgbClr val="F26B43"/>
          </p15:clr>
        </p15:guide>
        <p15:guide id="26" pos="2126">
          <p15:clr>
            <a:srgbClr val="F26B43"/>
          </p15:clr>
        </p15:guide>
        <p15:guide id="27" pos="806">
          <p15:clr>
            <a:srgbClr val="F26B43"/>
          </p15:clr>
        </p15:guide>
        <p15:guide id="28" pos="938">
          <p15:clr>
            <a:srgbClr val="F26B43"/>
          </p15:clr>
        </p15:guide>
        <p15:guide id="29" orient="horz">
          <p15:clr>
            <a:srgbClr val="F26B43"/>
          </p15:clr>
        </p15:guide>
        <p15:guide id="30" orient="horz" pos="4320">
          <p15:clr>
            <a:srgbClr val="F26B43"/>
          </p15:clr>
        </p15:guide>
        <p15:guide id="31">
          <p15:clr>
            <a:srgbClr val="F26B43"/>
          </p15:clr>
        </p15:guide>
        <p15:guide id="32" pos="7680">
          <p15:clr>
            <a:srgbClr val="F26B43"/>
          </p15:clr>
        </p15:guide>
        <p15:guide id="33" orient="horz" pos="952">
          <p15:clr>
            <a:srgbClr val="F26B43"/>
          </p15:clr>
        </p15:guide>
        <p15:guide id="34" orient="horz" pos="1548">
          <p15:clr>
            <a:srgbClr val="F26B43"/>
          </p15:clr>
        </p15:guide>
        <p15:guide id="35" orient="horz" pos="2768">
          <p15:clr>
            <a:srgbClr val="F26B43"/>
          </p15:clr>
        </p15:guide>
        <p15:guide id="36" orient="horz" pos="3362">
          <p15:clr>
            <a:srgbClr val="F26B43"/>
          </p15:clr>
        </p15:guide>
        <p15:guide id="37" orient="horz" pos="3668">
          <p15:clr>
            <a:srgbClr val="F26B43"/>
          </p15:clr>
        </p15:guide>
        <p15:guide id="38" orient="horz" pos="646">
          <p15:clr>
            <a:srgbClr val="F26B43"/>
          </p15:clr>
        </p15:guide>
        <p15:guide id="39" orient="horz" pos="308">
          <p15:clr>
            <a:srgbClr val="F26B43"/>
          </p15:clr>
        </p15:guide>
        <p15:guide id="40" orient="horz" pos="4008">
          <p15:clr>
            <a:srgbClr val="F26B43"/>
          </p15:clr>
        </p15:guide>
        <p15:guide id="41" orient="horz" pos="118">
          <p15:clr>
            <a:srgbClr val="F26B43"/>
          </p15:clr>
        </p15:guide>
        <p15:guide id="42" pos="116">
          <p15:clr>
            <a:srgbClr val="F26B43"/>
          </p15:clr>
        </p15:guide>
        <p15:guide id="43" orient="horz" pos="4202">
          <p15:clr>
            <a:srgbClr val="F26B43"/>
          </p15:clr>
        </p15:guide>
        <p15:guide id="44" pos="7562">
          <p15:clr>
            <a:srgbClr val="F26B43"/>
          </p15:clr>
        </p15:guide>
        <p15:guide id="45" orient="horz" pos="495">
          <p15:clr>
            <a:srgbClr val="F26B43"/>
          </p15:clr>
        </p15:guide>
        <p15:guide id="46" orient="horz" pos="3816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A1FCE4D-448B-01E2-AC5B-4AD53FFF022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8872" y="577631"/>
            <a:ext cx="11107028" cy="573087"/>
          </a:xfrm>
        </p:spPr>
        <p:txBody>
          <a:bodyPr/>
          <a:lstStyle/>
          <a:p>
            <a:r>
              <a:rPr lang="en-US" dirty="0"/>
              <a:t>[Sector] [Role Category] Track Record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A2C1826-2BC6-10AA-C7D3-4E6E96352FF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E3E26D0-1118-F38A-5FA6-E24D891BD3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0571279"/>
              </p:ext>
            </p:extLst>
          </p:nvPr>
        </p:nvGraphicFramePr>
        <p:xfrm>
          <a:off x="538872" y="1051560"/>
          <a:ext cx="5368152" cy="4801142"/>
        </p:xfrm>
        <a:graphic>
          <a:graphicData uri="http://schemas.openxmlformats.org/drawingml/2006/table">
            <a:tbl>
              <a:tblPr firstRow="1" bandRow="1">
                <a:tableStyleId>{5C22544A-7EE6-4342-B048-85BDC9FD1C31}</a:tableStyleId>
              </a:tblPr>
              <a:tblGrid>
                <a:gridCol w="2415995">
                  <a:extLst>
                    <a:ext uri="{9D8B030D-6E8A-4147-A177-3AD203B41FA5}">
                      <a16:colId xmlns:a16="http://schemas.microsoft.com/office/drawing/2014/main" val="1560190613"/>
                    </a:ext>
                  </a:extLst>
                </a:gridCol>
                <a:gridCol w="1693333">
                  <a:extLst>
                    <a:ext uri="{9D8B030D-6E8A-4147-A177-3AD203B41FA5}">
                      <a16:colId xmlns:a16="http://schemas.microsoft.com/office/drawing/2014/main" val="199364516"/>
                    </a:ext>
                  </a:extLst>
                </a:gridCol>
                <a:gridCol w="1258824">
                  <a:extLst>
                    <a:ext uri="{9D8B030D-6E8A-4147-A177-3AD203B41FA5}">
                      <a16:colId xmlns:a16="http://schemas.microsoft.com/office/drawing/2014/main" val="507846739"/>
                    </a:ext>
                  </a:extLst>
                </a:gridCol>
              </a:tblGrid>
              <a:tr h="250000">
                <a:tc gridSpan="3">
                  <a:txBody>
                    <a:bodyPr/>
                    <a:lstStyle/>
                    <a:p>
                      <a:pPr algn="ctr"/>
                      <a:r>
                        <a:rPr lang="en-US" sz="1300" dirty="0" b="1">
                          <a:solidFill>
                            <a:srgbClr val="FFFFFF"/>
                          </a:solidFill>
                        </a:rPr>
                        <a:t>[Role Category]</a:t>
                      </a:r>
                      <a:endParaRPr lang="en-GB" sz="1200" dirty="0"/>
                    </a:p>
                  </a:txBody>
                  <a:tcPr marL="91440" anchor="ctr">
                    <a:solidFill>
                      <a:srgbClr val="1F247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11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sz="1200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1081779"/>
                  </a:ext>
                </a:extLst>
              </a:tr>
              <a:tr h="20000">
                <a:tc gridSpan="3">
                  <a:txBody>
                    <a:bodyPr/>
                    <a:lstStyle/>
                    <a:p>
                      <a:endParaRPr lang="en-GB" sz="1200" dirty="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 sz="1100" dirty="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 sz="12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664527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GB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T="0" marB="0" anchor="ctr">
                    <a:solidFill>
                      <a:srgbClr val="27C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Client</a:t>
                      </a:r>
                      <a:endParaRPr lang="en-GB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T="0" marB="0" anchor="ctr">
                    <a:solidFill>
                      <a:srgbClr val="27C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Location</a:t>
                      </a:r>
                      <a:endParaRPr lang="en-GB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T="0" marB="0" anchor="ctr">
                    <a:solidFill>
                      <a:srgbClr val="27C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446471"/>
                  </a:ext>
                </a:extLst>
              </a:tr>
              <a:tr h="308653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[Role Title]</a:t>
                      </a:r>
                      <a:endParaRPr lang="en-GB" sz="12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[Logo]</a:t>
                      </a:r>
                      <a:endParaRPr lang="en-GB" sz="14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[City], [Country Abbr.]</a:t>
                      </a:r>
                      <a:endParaRPr lang="en-GB" sz="1200" dirty="0"/>
                    </a:p>
                  </a:txBody>
                  <a:tcPr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4342315"/>
                  </a:ext>
                </a:extLst>
              </a:tr>
              <a:tr h="308653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[Role Title]</a:t>
                      </a:r>
                      <a:endParaRPr lang="en-GB" sz="12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[Logo]</a:t>
                      </a:r>
                      <a:endParaRPr lang="en-GB" sz="14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[City], [Country Abbr.]</a:t>
                      </a:r>
                      <a:endParaRPr lang="en-GB" sz="800" dirty="0"/>
                    </a:p>
                  </a:txBody>
                  <a:tcPr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9948562"/>
                  </a:ext>
                </a:extLst>
              </a:tr>
              <a:tr h="308653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[Role Title]</a:t>
                      </a:r>
                      <a:endParaRPr lang="en-GB" sz="12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[Logo]</a:t>
                      </a:r>
                      <a:endParaRPr lang="en-GB" sz="14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[City], [Country Abbr.]</a:t>
                      </a:r>
                      <a:endParaRPr lang="en-GB" sz="1200" dirty="0"/>
                    </a:p>
                  </a:txBody>
                  <a:tcPr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5048262"/>
                  </a:ext>
                </a:extLst>
              </a:tr>
              <a:tr h="308653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[Role Title]</a:t>
                      </a:r>
                      <a:endParaRPr lang="en-GB" sz="12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[Logo]</a:t>
                      </a:r>
                      <a:endParaRPr lang="en-GB" sz="14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[City], [Country Abbr.]</a:t>
                      </a:r>
                      <a:endParaRPr lang="en-GB" sz="800" dirty="0"/>
                    </a:p>
                  </a:txBody>
                  <a:tcPr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8150282"/>
                  </a:ext>
                </a:extLst>
              </a:tr>
              <a:tr h="308653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[Role Title]</a:t>
                      </a:r>
                      <a:endParaRPr lang="en-GB" sz="12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[Logo]</a:t>
                      </a:r>
                      <a:endParaRPr lang="en-GB" sz="14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[City], [Country Abbr.]</a:t>
                      </a:r>
                      <a:endParaRPr lang="en-GB" sz="1200" dirty="0"/>
                    </a:p>
                  </a:txBody>
                  <a:tcPr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3059878"/>
                  </a:ext>
                </a:extLst>
              </a:tr>
              <a:tr h="308653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[Role Title]</a:t>
                      </a:r>
                      <a:endParaRPr lang="en-GB" sz="12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[Logo]</a:t>
                      </a:r>
                      <a:endParaRPr lang="en-GB" sz="14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[City], [Country Abbr.]</a:t>
                      </a:r>
                      <a:endParaRPr lang="en-GB" sz="800" dirty="0"/>
                    </a:p>
                  </a:txBody>
                  <a:tcPr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287691"/>
                  </a:ext>
                </a:extLst>
              </a:tr>
              <a:tr h="308653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[Role Title]</a:t>
                      </a:r>
                      <a:endParaRPr lang="en-GB" sz="12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[Logo]</a:t>
                      </a:r>
                      <a:endParaRPr lang="en-GB" sz="14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[City], [Country Abbr.]</a:t>
                      </a:r>
                      <a:endParaRPr lang="en-GB" sz="1200" dirty="0"/>
                    </a:p>
                  </a:txBody>
                  <a:tcPr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6833438"/>
                  </a:ext>
                </a:extLst>
              </a:tr>
              <a:tr h="308653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[Role Title]</a:t>
                      </a:r>
                      <a:endParaRPr lang="en-GB" sz="12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[Logo]</a:t>
                      </a:r>
                      <a:endParaRPr lang="en-GB" sz="14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[City], [Country Abbr.]</a:t>
                      </a:r>
                      <a:endParaRPr lang="en-GB" sz="800" dirty="0"/>
                    </a:p>
                  </a:txBody>
                  <a:tcPr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1659264"/>
                  </a:ext>
                </a:extLst>
              </a:tr>
              <a:tr h="308653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[Role Title]</a:t>
                      </a:r>
                      <a:endParaRPr lang="en-GB" sz="12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[Logo]</a:t>
                      </a:r>
                      <a:endParaRPr lang="en-GB" sz="14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[City], [Country Abbr.]</a:t>
                      </a:r>
                      <a:endParaRPr lang="en-GB" sz="1200" dirty="0"/>
                    </a:p>
                  </a:txBody>
                  <a:tcPr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9898499"/>
                  </a:ext>
                </a:extLst>
              </a:tr>
              <a:tr h="308653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[Role Title]</a:t>
                      </a:r>
                      <a:endParaRPr lang="en-GB" sz="12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[Logo]</a:t>
                      </a:r>
                      <a:endParaRPr lang="en-GB" sz="14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[City], [Country Abbr.]</a:t>
                      </a:r>
                      <a:endParaRPr lang="en-GB" sz="800" dirty="0"/>
                    </a:p>
                  </a:txBody>
                  <a:tcPr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8358824"/>
                  </a:ext>
                </a:extLst>
              </a:tr>
              <a:tr h="308653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[Role Title]</a:t>
                      </a:r>
                      <a:endParaRPr lang="en-GB" sz="12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[Logo]</a:t>
                      </a:r>
                      <a:endParaRPr lang="en-GB" sz="14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[City], [Country Abbr.]</a:t>
                      </a:r>
                      <a:endParaRPr lang="en-GB" sz="1200" dirty="0"/>
                    </a:p>
                  </a:txBody>
                  <a:tcPr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5488683"/>
                  </a:ext>
                </a:extLst>
              </a:tr>
              <a:tr h="308653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[Role Title]</a:t>
                      </a:r>
                      <a:endParaRPr lang="en-GB" sz="12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[Logo]</a:t>
                      </a:r>
                      <a:endParaRPr lang="en-GB" sz="14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[City], [Country Abbr.]</a:t>
                      </a:r>
                      <a:endParaRPr lang="en-GB" sz="800" dirty="0"/>
                    </a:p>
                  </a:txBody>
                  <a:tcPr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39905"/>
                  </a:ext>
                </a:extLst>
              </a:tr>
              <a:tr h="308653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[Role Title]</a:t>
                      </a:r>
                      <a:endParaRPr lang="en-GB" sz="12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[Logo]</a:t>
                      </a:r>
                      <a:endParaRPr lang="en-GB" sz="14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[City], [Country Abbr.]</a:t>
                      </a:r>
                      <a:endParaRPr lang="en-GB" sz="1200" dirty="0"/>
                    </a:p>
                  </a:txBody>
                  <a:tcPr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7991266"/>
                  </a:ext>
                </a:extLst>
              </a:tr>
              <a:tr h="308653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[Role Title]</a:t>
                      </a:r>
                      <a:endParaRPr lang="en-GB" sz="12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[Logo]</a:t>
                      </a:r>
                      <a:endParaRPr lang="en-GB" sz="14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[City], [Country Abbr.]</a:t>
                      </a:r>
                      <a:endParaRPr lang="en-GB" sz="800" dirty="0"/>
                    </a:p>
                  </a:txBody>
                  <a:tcPr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7017446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B681314-024C-8675-3532-13939ECC03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823230"/>
              </p:ext>
            </p:extLst>
          </p:nvPr>
        </p:nvGraphicFramePr>
        <p:xfrm>
          <a:off x="6277748" y="1051560"/>
          <a:ext cx="5368152" cy="4801142"/>
        </p:xfrm>
        <a:graphic>
          <a:graphicData uri="http://schemas.openxmlformats.org/drawingml/2006/table">
            <a:tbl>
              <a:tblPr firstRow="1" bandRow="1">
                <a:tableStyleId>{5C22544A-7EE6-4342-B048-85BDC9FD1C31}</a:tableStyleId>
              </a:tblPr>
              <a:tblGrid>
                <a:gridCol w="2415995">
                  <a:extLst>
                    <a:ext uri="{9D8B030D-6E8A-4147-A177-3AD203B41FA5}">
                      <a16:colId xmlns:a16="http://schemas.microsoft.com/office/drawing/2014/main" val="1560190613"/>
                    </a:ext>
                  </a:extLst>
                </a:gridCol>
                <a:gridCol w="1693333">
                  <a:extLst>
                    <a:ext uri="{9D8B030D-6E8A-4147-A177-3AD203B41FA5}">
                      <a16:colId xmlns:a16="http://schemas.microsoft.com/office/drawing/2014/main" val="199364516"/>
                    </a:ext>
                  </a:extLst>
                </a:gridCol>
                <a:gridCol w="1258824">
                  <a:extLst>
                    <a:ext uri="{9D8B030D-6E8A-4147-A177-3AD203B41FA5}">
                      <a16:colId xmlns:a16="http://schemas.microsoft.com/office/drawing/2014/main" val="507846739"/>
                    </a:ext>
                  </a:extLst>
                </a:gridCol>
              </a:tblGrid>
              <a:tr h="250000">
                <a:tc gridSpan="3">
                  <a:txBody>
                    <a:bodyPr/>
                    <a:lstStyle/>
                    <a:p>
                      <a:pPr algn="ctr"/>
                      <a:r>
                        <a:rPr lang="en-US" sz="1300" dirty="0" b="1">
                          <a:solidFill>
                            <a:srgbClr val="FFFFFF"/>
                          </a:solidFill>
                        </a:rPr>
                        <a:t>[Role Category]</a:t>
                      </a:r>
                      <a:endParaRPr lang="en-GB" sz="1200" dirty="0"/>
                    </a:p>
                  </a:txBody>
                  <a:tcPr marL="91440" anchor="ctr">
                    <a:solidFill>
                      <a:srgbClr val="1F247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GB" sz="11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sz="1200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1081779"/>
                  </a:ext>
                </a:extLst>
              </a:tr>
              <a:tr h="20000">
                <a:tc gridSpan="3">
                  <a:txBody>
                    <a:bodyPr/>
                    <a:lstStyle/>
                    <a:p>
                      <a:endParaRPr lang="en-GB" sz="1200" dirty="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 sz="1100" dirty="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 sz="12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5664527"/>
                  </a:ext>
                </a:extLst>
              </a:tr>
              <a:tr h="210000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GB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T="0" marB="0" anchor="ctr">
                    <a:solidFill>
                      <a:srgbClr val="27C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Client</a:t>
                      </a:r>
                      <a:endParaRPr lang="en-GB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T="0" marB="0" anchor="ctr">
                    <a:solidFill>
                      <a:srgbClr val="27C3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Location</a:t>
                      </a:r>
                      <a:endParaRPr lang="en-GB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T="0" marB="0" anchor="ctr">
                    <a:solidFill>
                      <a:srgbClr val="27C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446471"/>
                  </a:ext>
                </a:extLst>
              </a:tr>
              <a:tr h="308653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[Role Title]</a:t>
                      </a:r>
                      <a:endParaRPr lang="en-GB" sz="12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[Logo]</a:t>
                      </a:r>
                      <a:endParaRPr lang="en-GB" sz="14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[City], [Country Abbr.]</a:t>
                      </a:r>
                      <a:endParaRPr lang="en-GB" sz="1200" dirty="0"/>
                    </a:p>
                  </a:txBody>
                  <a:tcPr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4342315"/>
                  </a:ext>
                </a:extLst>
              </a:tr>
              <a:tr h="308653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[Role Title]</a:t>
                      </a:r>
                      <a:endParaRPr lang="en-GB" sz="12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[Logo]</a:t>
                      </a:r>
                      <a:endParaRPr lang="en-GB" sz="14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[City], [Country Abbr.]</a:t>
                      </a:r>
                      <a:endParaRPr lang="en-GB" sz="800" dirty="0"/>
                    </a:p>
                  </a:txBody>
                  <a:tcPr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9948562"/>
                  </a:ext>
                </a:extLst>
              </a:tr>
              <a:tr h="308653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[Role Title]</a:t>
                      </a:r>
                      <a:endParaRPr lang="en-GB" sz="12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[Logo]</a:t>
                      </a:r>
                      <a:endParaRPr lang="en-GB" sz="14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[City], [Country Abbr.]</a:t>
                      </a:r>
                      <a:endParaRPr lang="en-GB" sz="1200" dirty="0"/>
                    </a:p>
                  </a:txBody>
                  <a:tcPr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5048262"/>
                  </a:ext>
                </a:extLst>
              </a:tr>
              <a:tr h="308653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[Role Title]</a:t>
                      </a:r>
                      <a:endParaRPr lang="en-GB" sz="12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[Logo]</a:t>
                      </a:r>
                      <a:endParaRPr lang="en-GB" sz="14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[City], [Country Abbr.]</a:t>
                      </a:r>
                      <a:endParaRPr lang="en-GB" sz="800" dirty="0"/>
                    </a:p>
                  </a:txBody>
                  <a:tcPr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8150282"/>
                  </a:ext>
                </a:extLst>
              </a:tr>
              <a:tr h="308653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[Role Title]</a:t>
                      </a:r>
                      <a:endParaRPr lang="en-GB" sz="12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[Logo]</a:t>
                      </a:r>
                      <a:endParaRPr lang="en-GB" sz="14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[City], [Country Abbr.]</a:t>
                      </a:r>
                      <a:endParaRPr lang="en-GB" sz="1200" dirty="0"/>
                    </a:p>
                  </a:txBody>
                  <a:tcPr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3059878"/>
                  </a:ext>
                </a:extLst>
              </a:tr>
              <a:tr h="308653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[Role Title]</a:t>
                      </a:r>
                      <a:endParaRPr lang="en-GB" sz="12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[Logo]</a:t>
                      </a:r>
                      <a:endParaRPr lang="en-GB" sz="14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[City], [Country Abbr.]</a:t>
                      </a:r>
                      <a:endParaRPr lang="en-GB" sz="800" dirty="0"/>
                    </a:p>
                  </a:txBody>
                  <a:tcPr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287691"/>
                  </a:ext>
                </a:extLst>
              </a:tr>
              <a:tr h="308653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[Role Title]</a:t>
                      </a:r>
                      <a:endParaRPr lang="en-GB" sz="12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[Logo]</a:t>
                      </a:r>
                      <a:endParaRPr lang="en-GB" sz="14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[City], [Country Abbr.]</a:t>
                      </a:r>
                      <a:endParaRPr lang="en-GB" sz="1200" dirty="0"/>
                    </a:p>
                  </a:txBody>
                  <a:tcPr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6833438"/>
                  </a:ext>
                </a:extLst>
              </a:tr>
              <a:tr h="308653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[Role Title]</a:t>
                      </a:r>
                      <a:endParaRPr lang="en-GB" sz="12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[Logo]</a:t>
                      </a:r>
                      <a:endParaRPr lang="en-GB" sz="14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[City], [Country Abbr.]</a:t>
                      </a:r>
                      <a:endParaRPr lang="en-GB" sz="800" dirty="0"/>
                    </a:p>
                  </a:txBody>
                  <a:tcPr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1659264"/>
                  </a:ext>
                </a:extLst>
              </a:tr>
              <a:tr h="308653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[Role Title]</a:t>
                      </a:r>
                      <a:endParaRPr lang="en-GB" sz="12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[Logo]</a:t>
                      </a:r>
                      <a:endParaRPr lang="en-GB" sz="14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[City], [Country Abbr.]</a:t>
                      </a:r>
                      <a:endParaRPr lang="en-GB" sz="1200" dirty="0"/>
                    </a:p>
                  </a:txBody>
                  <a:tcPr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9898499"/>
                  </a:ext>
                </a:extLst>
              </a:tr>
              <a:tr h="308653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[Role Title]</a:t>
                      </a:r>
                      <a:endParaRPr lang="en-GB" sz="12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[Logo]</a:t>
                      </a:r>
                      <a:endParaRPr lang="en-GB" sz="14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[City], [Country Abbr.]</a:t>
                      </a:r>
                      <a:endParaRPr lang="en-GB" sz="800" dirty="0"/>
                    </a:p>
                  </a:txBody>
                  <a:tcPr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8358824"/>
                  </a:ext>
                </a:extLst>
              </a:tr>
              <a:tr h="308653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[Role Title]</a:t>
                      </a:r>
                      <a:endParaRPr lang="en-GB" sz="12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[Logo]</a:t>
                      </a:r>
                      <a:endParaRPr lang="en-GB" sz="14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[City], [Country Abbr.]</a:t>
                      </a:r>
                      <a:endParaRPr lang="en-GB" sz="1200" dirty="0"/>
                    </a:p>
                  </a:txBody>
                  <a:tcPr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5488683"/>
                  </a:ext>
                </a:extLst>
              </a:tr>
              <a:tr h="308653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[Role Title]</a:t>
                      </a:r>
                      <a:endParaRPr lang="en-GB" sz="12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[Logo]</a:t>
                      </a:r>
                      <a:endParaRPr lang="en-GB" sz="14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[City], [Country Abbr.]</a:t>
                      </a:r>
                      <a:endParaRPr lang="en-GB" sz="800" dirty="0"/>
                    </a:p>
                  </a:txBody>
                  <a:tcPr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39905"/>
                  </a:ext>
                </a:extLst>
              </a:tr>
              <a:tr h="308653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[Role Title]</a:t>
                      </a:r>
                      <a:endParaRPr lang="en-GB" sz="12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[Logo]</a:t>
                      </a:r>
                      <a:endParaRPr lang="en-GB" sz="14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[City], [Country Abbr.]</a:t>
                      </a:r>
                      <a:endParaRPr lang="en-GB" sz="1200" dirty="0"/>
                    </a:p>
                  </a:txBody>
                  <a:tcPr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7991266"/>
                  </a:ext>
                </a:extLst>
              </a:tr>
              <a:tr h="308653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[Role Title]</a:t>
                      </a:r>
                      <a:endParaRPr lang="en-GB" sz="12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[Logo]</a:t>
                      </a:r>
                      <a:endParaRPr lang="en-GB" sz="1400" dirty="0"/>
                    </a:p>
                  </a:txBody>
                  <a:tcPr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2C2E82"/>
                          </a:solidFill>
                        </a:rPr>
                        <a:t>[City], [Country Abbr.]</a:t>
                      </a:r>
                      <a:endParaRPr lang="en-GB" sz="800" dirty="0"/>
                    </a:p>
                  </a:txBody>
                  <a:tcPr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70174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970542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S_SHAPE_LOCK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S_SHAPE_LOCK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S_SHAPE_LOCK" val="TRUE"/>
</p:tagLst>
</file>

<file path=ppt/theme/theme1.xml><?xml version="1.0" encoding="utf-8"?>
<a:theme xmlns:a="http://schemas.openxmlformats.org/drawingml/2006/main" name="SH">
  <a:themeElements>
    <a:clrScheme name="Sheffield Haworth">
      <a:dk1>
        <a:srgbClr val="222229"/>
      </a:dk1>
      <a:lt1>
        <a:srgbClr val="FFFFFF"/>
      </a:lt1>
      <a:dk2>
        <a:srgbClr val="2C2E82"/>
      </a:dk2>
      <a:lt2>
        <a:srgbClr val="F2F2F2"/>
      </a:lt2>
      <a:accent1>
        <a:srgbClr val="2C2F82"/>
      </a:accent1>
      <a:accent2>
        <a:srgbClr val="27C3F3"/>
      </a:accent2>
      <a:accent3>
        <a:srgbClr val="00798E"/>
      </a:accent3>
      <a:accent4>
        <a:srgbClr val="4D2DCF"/>
      </a:accent4>
      <a:accent5>
        <a:srgbClr val="8771E0"/>
      </a:accent5>
      <a:accent6>
        <a:srgbClr val="F2F2F2"/>
      </a:accent6>
      <a:hlink>
        <a:srgbClr val="4D2DCF"/>
      </a:hlink>
      <a:folHlink>
        <a:srgbClr val="FFFFFF"/>
      </a:folHlink>
    </a:clrScheme>
    <a:fontScheme name="SH">
      <a:majorFont>
        <a:latin typeface="Raleway"/>
        <a:ea typeface=""/>
        <a:cs typeface=""/>
      </a:majorFont>
      <a:minorFont>
        <a:latin typeface="Ralew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100000"/>
          </a:lnSpc>
          <a:spcBef>
            <a:spcPts val="0"/>
          </a:spcBef>
          <a:spcAft>
            <a:spcPts val="0"/>
          </a:spcAft>
          <a:defRPr b="0" i="0" dirty="0" smtClean="0">
            <a:solidFill>
              <a:srgbClr val="FFFFFF"/>
            </a:solidFill>
            <a:effectLst/>
            <a:latin typeface="Raleway" pitchFamily="2" charset="77"/>
            <a:cs typeface="Algerian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H" id="{C408DEA9-61A8-A84A-8D2C-1D4CC1DAA581}" vid="{B105B99D-E812-5C4C-B489-DB1217BE756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fe6d124-157e-4db3-accf-90154e53f67d" xsi:nil="true"/>
    <_ip_UnifiedCompliancePolicyUIAction xmlns="http://schemas.microsoft.com/sharepoint/v3" xsi:nil="true"/>
    <lcf76f155ced4ddcb4097134ff3c332f xmlns="c59d7448-2016-48ac-8116-1a263a71d5c2">
      <Terms xmlns="http://schemas.microsoft.com/office/infopath/2007/PartnerControls"/>
    </lcf76f155ced4ddcb4097134ff3c332f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8B187BE3B3AEC4AB8674E2C30249C78" ma:contentTypeVersion="26" ma:contentTypeDescription="Create a new document." ma:contentTypeScope="" ma:versionID="a6bb2971ac57d20158ebc689397b4758">
  <xsd:schema xmlns:xsd="http://www.w3.org/2001/XMLSchema" xmlns:xs="http://www.w3.org/2001/XMLSchema" xmlns:p="http://schemas.microsoft.com/office/2006/metadata/properties" xmlns:ns1="http://schemas.microsoft.com/sharepoint/v3" xmlns:ns2="8fe6d124-157e-4db3-accf-90154e53f67d" xmlns:ns3="c59d7448-2016-48ac-8116-1a263a71d5c2" targetNamespace="http://schemas.microsoft.com/office/2006/metadata/properties" ma:root="true" ma:fieldsID="8a5a5e648fbb586fb833005c4f0aa645" ns1:_="" ns2:_="" ns3:_="">
    <xsd:import namespace="http://schemas.microsoft.com/sharepoint/v3"/>
    <xsd:import namespace="8fe6d124-157e-4db3-accf-90154e53f67d"/>
    <xsd:import namespace="c59d7448-2016-48ac-8116-1a263a71d5c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1:_ip_UnifiedCompliancePolicyProperties" minOccurs="0"/>
                <xsd:element ref="ns1:_ip_UnifiedCompliancePolicyUIAction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AutoKeyPoints" minOccurs="0"/>
                <xsd:element ref="ns3:MediaServiceKeyPoints" minOccurs="0"/>
                <xsd:element ref="ns3:lcf76f155ced4ddcb4097134ff3c332f" minOccurs="0"/>
                <xsd:element ref="ns2:TaxCatchAll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7" nillable="true" ma:displayName="Unified Compliance Policy Properties" ma:description="" ma:hidden="true" ma:internalName="_ip_UnifiedCompliancePolicyProperties">
      <xsd:simpleType>
        <xsd:restriction base="dms:Note"/>
      </xsd:simpleType>
    </xsd:element>
    <xsd:element name="_ip_UnifiedCompliancePolicyUIAction" ma:index="18" nillable="true" ma:displayName="Unified Compliance Policy UI Action" ma:description="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e6d124-157e-4db3-accf-90154e53f67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0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1" nillable="true" ma:displayName="Last Shared By Time" ma:description="" ma:internalName="LastSharedByTime" ma:readOnly="true">
      <xsd:simpleType>
        <xsd:restriction base="dms:DateTime"/>
      </xsd:simpleType>
    </xsd:element>
    <xsd:element name="TaxCatchAll" ma:index="26" nillable="true" ma:displayName="Taxonomy Catch All Column" ma:hidden="true" ma:list="{40df0fcf-db67-4e06-9d0f-dfbf04ac3be6}" ma:internalName="TaxCatchAll" ma:showField="CatchAllData" ma:web="8fe6d124-157e-4db3-accf-90154e53f67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9d7448-2016-48ac-8116-1a263a71d5c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5" nillable="true" ma:displayName="MediaServiceAutoTags" ma:description="" ma:internalName="MediaServiceAutoTags" ma:readOnly="true">
      <xsd:simpleType>
        <xsd:restriction base="dms:Text"/>
      </xsd:simpleType>
    </xsd:element>
    <xsd:element name="MediaServiceLocation" ma:index="16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9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2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5" nillable="true" ma:taxonomy="true" ma:internalName="lcf76f155ced4ddcb4097134ff3c332f" ma:taxonomyFieldName="MediaServiceImageTags" ma:displayName="Image Tags" ma:readOnly="false" ma:fieldId="{5cf76f15-5ced-4ddc-b409-7134ff3c332f}" ma:taxonomyMulti="true" ma:sspId="497af4df-0819-45cf-861e-f6122f4a94f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8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3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AEABEF3-214C-490F-9B30-301C49BB922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56BABFC-641A-49C3-9D13-499712C87DAF}">
  <ds:schemaRefs>
    <ds:schemaRef ds:uri="http://schemas.microsoft.com/office/infopath/2007/PartnerControls"/>
    <ds:schemaRef ds:uri="http://www.w3.org/XML/1998/namespace"/>
    <ds:schemaRef ds:uri="9e6ef756-01e8-4a5a-b54f-55becc5fec7b"/>
    <ds:schemaRef ds:uri="http://schemas.microsoft.com/office/2006/documentManagement/types"/>
    <ds:schemaRef ds:uri="http://purl.org/dc/terms/"/>
    <ds:schemaRef ds:uri="http://purl.org/dc/dcmitype/"/>
    <ds:schemaRef ds:uri="http://schemas.microsoft.com/office/2006/metadata/properties"/>
    <ds:schemaRef ds:uri="http://schemas.openxmlformats.org/package/2006/metadata/core-properties"/>
    <ds:schemaRef ds:uri="ef85c670-a924-4738-838f-c9c8efbd965c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ED3C508D-34E3-4102-9D46-CA5396ABF18C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415</Words>
  <Application>Microsoft Office PowerPoint</Application>
  <PresentationFormat>Widescreen</PresentationFormat>
  <Paragraphs>93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Raleway</vt:lpstr>
      <vt:lpstr>Raleway Black</vt:lpstr>
      <vt:lpstr>Raleway Bold</vt:lpstr>
      <vt:lpstr>Raleway Light</vt:lpstr>
      <vt:lpstr>Raleway Medium</vt:lpstr>
      <vt:lpstr>SH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Maria Merkou</dc:creator>
  <cp:lastModifiedBy>Samuel Shipp</cp:lastModifiedBy>
  <cp:revision>2</cp:revision>
  <dcterms:created xsi:type="dcterms:W3CDTF">2023-08-14T16:03:23Z</dcterms:created>
  <dcterms:modified xsi:type="dcterms:W3CDTF">2026-07-23T16:27:19Z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0x010100D8B187BE3B3AEC4AB8674E2C30249C78</vt:lpwstr>
  </property>
</Properties>
</file>