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6"/>
  </p:notesMasterIdLst>
  <p:handoutMasterIdLst>
    <p:handoutMasterId r:id="rId7"/>
  </p:handoutMasterIdLst>
  <p:sldIdLst>
    <p:sldId id="32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61EA79-6A1B-95F0-AD06-1F34F7178D57}" name="Frances Wright" initials="FW" userId="S::f.wright@sheffieldhaworth.com::3125d111-e9c0-4794-88d9-0c70b0c9d8b2" providerId="AD"/>
  <p188:author id="{265156C8-B601-491F-9EB3-030A40A74C7D}" name="Gareth Burden" initials="GB" userId="S::g.burden@sheffieldhaworth.com::4c5c1413-cd10-438b-8510-8faa6b875a47" providerId="AD"/>
  <p188:author id="{27D691D4-F202-0996-79E8-3EB60685D1B4}" name="Maria Merkou" initials="MM" userId="S::m.merkou@sheffieldhaworth.com::0fbaa89b-04ad-4a57-b515-b05639967a17" providerId="AD"/>
  <p188:author id="{6FC5DAD6-4C5E-C0DF-E3A0-B1E2D00727AD}" name="Debbie Gazzard" initials="DG" userId="S::d.gazzard@sheffieldhaworth.com::54a6ee3e-80f3-4890-a25f-631595999308" providerId="AD"/>
  <p188:author id="{68BB8CF2-C6AE-CE0D-7CF6-D4E3D42FA02D}" name="Terry Sambridge" initials="TS" userId="S::t.sambridge@sheffieldhaworth.com::7401f427-3f89-4430-8923-7760386c88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AFD"/>
    <a:srgbClr val="2C2E82"/>
    <a:srgbClr val="59197A"/>
    <a:srgbClr val="F4F3FB"/>
    <a:srgbClr val="163B45"/>
    <a:srgbClr val="245A68"/>
    <a:srgbClr val="4699C3"/>
    <a:srgbClr val="B5E5F7"/>
    <a:srgbClr val="D9F3FB"/>
    <a:srgbClr val="B4AA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112C47-BFB8-496F-A277-13E756D6C494}" v="38" dt="2026-07-23T16:27:14.926"/>
  </p1510:revLst>
</p1510:revInfo>
</file>

<file path=ppt/tableStyles.xml><?xml version="1.0" encoding="utf-8"?>
<a:tblStyleLst xmlns:a="http://schemas.openxmlformats.org/drawingml/2006/main" def="{5C22544A-7EE6-4342-B048-85BDC9FD1C31}">
  <a:tblStyle styleId="{5C22544A-7EE6-4342-B048-85BDC9FD1C31}" styleName="SH Styl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7030A0"/>
          </a:solidFill>
        </a:fill>
      </a:tcStyle>
    </a:firstRow>
  </a:tblStyle>
  <a:tblStyle styleId="{0817EA92-75D0-4044-A80A-286907CE0DD2}" styleName="SH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2C2E82"/>
          </a:solidFill>
        </a:fill>
      </a:tcStyle>
    </a:firstRow>
  </a:tblStyle>
  <a:tblStyle styleId="{073A0DAA-6AF3-43AB-8588-CEC1D06C72B3}" styleName="SH Styl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2C2E82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2C2E82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69C7853C-536D-4A76-A0AE-DD22124D55A4}" styleName="SH Styl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7030A0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7030A0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 Shipp" userId="68c97247-92ef-4b1c-b465-82806c965376" providerId="ADAL" clId="{4DCAE9D9-F975-44BA-84D7-A3D6A5C7C7C4}"/>
    <pc:docChg chg="undo redo custSel addSld delSld modSld modMainMaster">
      <pc:chgData name="Samuel Shipp" userId="68c97247-92ef-4b1c-b465-82806c965376" providerId="ADAL" clId="{4DCAE9D9-F975-44BA-84D7-A3D6A5C7C7C4}" dt="2026-07-23T16:27:14.926" v="454"/>
      <pc:docMkLst>
        <pc:docMk/>
      </pc:docMkLst>
      <pc:sldChg chg="addSp delSp modSp new mod">
        <pc:chgData name="Samuel Shipp" userId="68c97247-92ef-4b1c-b465-82806c965376" providerId="ADAL" clId="{4DCAE9D9-F975-44BA-84D7-A3D6A5C7C7C4}" dt="2026-07-23T16:27:14.926" v="454"/>
        <pc:sldMkLst>
          <pc:docMk/>
          <pc:sldMk cId="3179705421" sldId="324"/>
        </pc:sldMkLst>
        <pc:graphicFrameChg chg="add mod">
          <ac:chgData name="Samuel Shipp" userId="68c97247-92ef-4b1c-b465-82806c965376" providerId="ADAL" clId="{4DCAE9D9-F975-44BA-84D7-A3D6A5C7C7C4}" dt="2026-07-23T16:27:14.926" v="454"/>
          <ac:graphicFrameMkLst>
            <pc:docMk/>
            <pc:sldMk cId="3179705421" sldId="324"/>
            <ac:graphicFrameMk id="4" creationId="{EB681314-024C-8675-3532-13939ECC0318}"/>
          </ac:graphicFrameMkLst>
        </pc:graphicFrameChg>
        <pc:graphicFrameChg chg="add mod modGraphic">
          <ac:chgData name="Samuel Shipp" userId="68c97247-92ef-4b1c-b465-82806c965376" providerId="ADAL" clId="{4DCAE9D9-F975-44BA-84D7-A3D6A5C7C7C4}" dt="2026-07-23T16:27:09.864" v="447"/>
          <ac:graphicFrameMkLst>
            <pc:docMk/>
            <pc:sldMk cId="3179705421" sldId="324"/>
            <ac:graphicFrameMk id="7" creationId="{5E3E26D0-1118-F38A-5FA6-E24D891BD384}"/>
          </ac:graphicFrameMkLst>
        </pc:graphicFrameChg>
        <pc:graphicFrameChg chg="del">
          <ac:chgData name="Samuel Shipp" userId="68c97247-92ef-4b1c-b465-82806c965376" providerId="ADAL" clId="{4DCAE9D9-F975-44BA-84D7-A3D6A5C7C7C4}" dt="2026-07-23T16:25:16.830" v="368" actId="478"/>
          <ac:graphicFrameMkLst>
            <pc:docMk/>
            <pc:sldMk cId="3179705421" sldId="324"/>
            <ac:graphicFrameMk id="8" creationId="{9B6EFF53-48A6-6D14-F3C8-B960A2DCC6C7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73AFFD-7952-8F47-9562-43A0D02E89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AEEC13-AA39-FF47-81D6-7C4821895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124C0-B47C-2D4D-B7DA-E1D6FCB07920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92179-FB29-274C-9ABA-B401B5789A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77F99F-A89C-CA42-8B3D-AB3510A23B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F1ED3-BA79-4540-A3BF-19E1F145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422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72F554-F5A9-ED4C-BC96-1B154D77C3BA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6A1AEB-2744-3C41-A5F8-CDFEB54C3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8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Relationship Id="rId5" Type="http://schemas.openxmlformats.org/officeDocument/2006/relationships/hyperlink" Target="https://www.sheffieldhaworth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text_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72AC86-FAD0-D84B-8DBD-9E6DC3D4B39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030A2EA1-A38C-C39B-ECDE-81067D5E09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8872" y="559343"/>
            <a:ext cx="11107028" cy="57308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147822DE-C066-0E13-96B9-58BD9CEE8B7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1926" y="1608904"/>
            <a:ext cx="11102975" cy="442213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2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Insert text</a:t>
            </a:r>
            <a:endParaRPr lang="en-GB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E0E8A17-DB25-9A63-FDAF-56A4B61855C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 Bold" pitchFamily="2" charset="0"/>
              </a:defRPr>
            </a:lvl1pPr>
          </a:lstStyle>
          <a:p>
            <a:pPr lvl="0"/>
            <a:r>
              <a:rPr lang="en-US"/>
              <a:t>| DECK TITLE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6AD0C-D1A8-4563-B030-2EEC642B6AE1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 Black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 Black" pitchFamily="2" charset="77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accent1"/>
                </a:solidFill>
                <a:latin typeface="Raleway Black" pitchFamily="2" charset="7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accent1"/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064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2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6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 userDrawn="1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1FCE4D-448B-01E2-AC5B-4AD53FFF02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8872" y="577631"/>
            <a:ext cx="11107028" cy="573087"/>
          </a:xfrm>
        </p:spPr>
        <p:txBody>
          <a:bodyPr/>
          <a:lstStyle/>
          <a:p>
            <a:r>
              <a:rPr lang="en-US" dirty="0"/>
              <a:t>[Sector] [Role Category] Track Record</a:t>
            </a:r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2C1826-2BC6-10AA-C7D3-4E6E96352FF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E3E26D0-1118-F38A-5FA6-E24D891BD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0571279"/>
              </p:ext>
            </p:extLst>
          </p:nvPr>
        </p:nvGraphicFramePr>
        <p:xfrm>
          <a:off x="538872" y="1051560"/>
          <a:ext cx="5368152" cy="480114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2500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marL="91440"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2000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B681314-024C-8675-3532-13939ECC0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823230"/>
              </p:ext>
            </p:extLst>
          </p:nvPr>
        </p:nvGraphicFramePr>
        <p:xfrm>
          <a:off x="6277748" y="1051560"/>
          <a:ext cx="5368152" cy="480114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2500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marL="91440"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2000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97054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fe6d124-157e-4db3-accf-90154e53f67d" xsi:nil="true"/>
    <_ip_UnifiedCompliancePolicyUIAction xmlns="http://schemas.microsoft.com/sharepoint/v3" xsi:nil="true"/>
    <lcf76f155ced4ddcb4097134ff3c332f xmlns="c59d7448-2016-48ac-8116-1a263a71d5c2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B187BE3B3AEC4AB8674E2C30249C78" ma:contentTypeVersion="26" ma:contentTypeDescription="Create a new document." ma:contentTypeScope="" ma:versionID="a6bb2971ac57d20158ebc689397b4758">
  <xsd:schema xmlns:xsd="http://www.w3.org/2001/XMLSchema" xmlns:xs="http://www.w3.org/2001/XMLSchema" xmlns:p="http://schemas.microsoft.com/office/2006/metadata/properties" xmlns:ns1="http://schemas.microsoft.com/sharepoint/v3" xmlns:ns2="8fe6d124-157e-4db3-accf-90154e53f67d" xmlns:ns3="c59d7448-2016-48ac-8116-1a263a71d5c2" targetNamespace="http://schemas.microsoft.com/office/2006/metadata/properties" ma:root="true" ma:fieldsID="8a5a5e648fbb586fb833005c4f0aa645" ns1:_="" ns2:_="" ns3:_="">
    <xsd:import namespace="http://schemas.microsoft.com/sharepoint/v3"/>
    <xsd:import namespace="8fe6d124-157e-4db3-accf-90154e53f67d"/>
    <xsd:import namespace="c59d7448-2016-48ac-8116-1a263a71d5c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7" nillable="true" ma:displayName="Unified Compliance Policy Properties" ma:description="" ma:hidden="true" ma:internalName="_ip_UnifiedCompliancePolicyProperties">
      <xsd:simpleType>
        <xsd:restriction base="dms:Note"/>
      </xsd:simpleType>
    </xsd:element>
    <xsd:element name="_ip_UnifiedCompliancePolicyUIAction" ma:index="18" nillable="true" ma:displayName="Unified Compliance Policy UI Action" ma:description="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6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9d7448-2016-48ac-8116-1a263a71d5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6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9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AEABEF3-214C-490F-9B30-301C49BB922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6BABFC-641A-49C3-9D13-499712C87DAF}">
  <ds:schemaRefs>
    <ds:schemaRef ds:uri="http://schemas.microsoft.com/office/infopath/2007/PartnerControls"/>
    <ds:schemaRef ds:uri="http://www.w3.org/XML/1998/namespace"/>
    <ds:schemaRef ds:uri="9e6ef756-01e8-4a5a-b54f-55becc5fec7b"/>
    <ds:schemaRef ds:uri="http://schemas.microsoft.com/office/2006/documentManagement/types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ef85c670-a924-4738-838f-c9c8efbd965c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ED3C508D-34E3-4102-9D46-CA5396ABF18C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415</Words>
  <Application>Microsoft Office PowerPoint</Application>
  <PresentationFormat>Widescreen</PresentationFormat>
  <Paragraphs>93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Raleway</vt:lpstr>
      <vt:lpstr>Raleway Black</vt:lpstr>
      <vt:lpstr>Raleway Bold</vt:lpstr>
      <vt:lpstr>Raleway Light</vt:lpstr>
      <vt:lpstr>Raleway Medium</vt:lpstr>
      <vt:lpstr>SH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Merkou</dc:creator>
  <cp:lastModifiedBy>Samuel Shipp</cp:lastModifiedBy>
  <cp:revision>2</cp:revision>
  <dcterms:created xsi:type="dcterms:W3CDTF">2023-08-14T16:03:23Z</dcterms:created>
  <dcterms:modified xsi:type="dcterms:W3CDTF">2026-07-23T16:27:19Z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0x010100D8B187BE3B3AEC4AB8674E2C30249C78</vt:lpwstr>
  </property>
</Properties>
</file>