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7"/>
  </p:notesMasterIdLst>
  <p:handoutMasterIdLst>
    <p:handoutMasterId r:id="rId8"/>
  </p:handoutMasterIdLst>
  <p:sldIdLst>
    <p:sldId id="2140757925" r:id="rId5"/>
  </p:sldIdLst>
  <p:sldSz cx="12192000" cy="6858000"/>
  <p:notesSz cx="6808788" cy="9940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5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4EF803-428D-62FD-3F1E-481C2865CC17}" name="Seal Llego" initials="SL" userId="S::s.llego@sheffieldhaworth.com::477c438a-e30e-4b40-90df-78c24ad56b5f" providerId="AD"/>
  <p188:author id="{6F9BDA51-B1AE-9B2E-29F3-723054EBCAB1}" name="Toby Calder" initials="TC" userId="S::t.calder@sheffieldhaworth.com::28c243c1-830c-4ea0-a89c-8c28bc0ec6f1" providerId="AD"/>
  <p188:author id="{9CBE3B74-EE0F-3137-C8FE-0870AD2371C6}" name="Adriaan Hugo" initials="AH" userId="S::a.hugo@sheffieldhaworth.com::92288ce7-6c58-4acc-aa1d-cc4e2ceb9f97" providerId="AD"/>
  <p188:author id="{5061EA79-6A1B-95F0-AD06-1F34F7178D57}" name="Frances Wright" initials="FW" userId="S::f.wright@sheffieldhaworth.com::3125d111-e9c0-4794-88d9-0c70b0c9d8b2" providerId="AD"/>
  <p188:author id="{7ED1D47C-14F8-160B-9B67-E9576CDE733A}" name="Roger Flory" initials="RF" userId="S::r.flory@sheffieldhaworth.com::6379e3fd-b026-4fc3-8f58-bbbbdd2a7874" providerId="AD"/>
  <p188:author id="{47FFBD84-EAD3-6075-3F4B-A9E1158247FA}" name="Adriaan Hugo" initials="" userId="S::A.Hugo@sheffieldhaworth.com::92288ce7-6c58-4acc-aa1d-cc4e2ceb9f97" providerId="AD"/>
  <p188:author id="{5F54D0AC-FBC8-0A4F-D5CA-03F2465CE5FB}" name="Chris Kapsalis" initials="CK" userId="S::c.kapsalis@sheffieldhaworth.com::1a709cd6-afa6-4ecd-ad91-f55dc9453249" providerId="AD"/>
  <p188:author id="{265156C8-B601-491F-9EB3-030A40A74C7D}" name="Gareth Burden" initials="GB" userId="S::g.burden@sheffieldhaworth.com::4c5c1413-cd10-438b-8510-8faa6b875a47" providerId="AD"/>
  <p188:author id="{1B0B76C9-F144-BC86-3A54-B15318AA1E72}" name="Samuel Shipp" initials="SS" userId="S::s.shipp@sheffieldhaworth.com::68c97247-92ef-4b1c-b465-82806c965376" providerId="AD"/>
  <p188:author id="{27D691D4-F202-0996-79E8-3EB60685D1B4}" name="Maria Merkou" initials="MM" userId="S::m.merkou@sheffieldhaworth.com::0fbaa89b-04ad-4a57-b515-b05639967a17" providerId="AD"/>
  <p188:author id="{6FC5DAD6-4C5E-C0DF-E3A0-B1E2D00727AD}" name="Debbie Gazzard" initials="DG" userId="S::d.gazzard@sheffieldhaworth.com::54a6ee3e-80f3-4890-a25f-631595999308" providerId="AD"/>
  <p188:author id="{0C04FDDC-3671-F7E6-7419-869746122BE3}" name="Chris Kapsalis" initials="CK" userId="S::C.kapsalis@sheffieldhaworth.com::1a709cd6-afa6-4ecd-ad91-f55dc9453249" providerId="AD"/>
  <p188:author id="{DB18A2DD-C8FB-5D05-365F-FF4546B11ABB}" name="Toby Enstone" initials="TE" userId="S::t.enstone@sheffieldhaworth.com::e3afc506-0656-4532-9c2b-9ea283dd257c" providerId="AD"/>
  <p188:author id="{68BB8CF2-C6AE-CE0D-7CF6-D4E3D42FA02D}" name="Terry Sambridge" initials="TS" userId="S::t.sambridge@sheffieldhaworth.com::7401f427-3f89-4430-8923-7760386c88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00000"/>
    <a:srgbClr val="4699C3"/>
    <a:srgbClr val="B5E5F7"/>
    <a:srgbClr val="F5FAFD"/>
    <a:srgbClr val="2C2E82"/>
    <a:srgbClr val="59197A"/>
    <a:srgbClr val="F4F3FB"/>
    <a:srgbClr val="163B45"/>
    <a:srgbClr val="245A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1}">
  <a:tblStyle styleId="{5C22544A-7EE6-4342-B048-85BDC9FD1C31}" styleName="SH Styl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rgbClr val="EEEBFB"/>
          </a:solidFill>
        </a:fill>
      </a:tcStyle>
    </a:band1H>
    <a:band2H>
      <a:tcStyle>
        <a:tcBdr/>
        <a:fill>
          <a:solidFill>
            <a:srgbClr val="EEEBFB"/>
          </a:solidFill>
        </a:fill>
      </a:tcStyle>
    </a:band2H>
    <a:band1V>
      <a:tcStyle>
        <a:tcBdr/>
        <a:fill>
          <a:solidFill>
            <a:srgbClr val="EEEBFB"/>
          </a:solidFill>
        </a:fill>
      </a:tcStyle>
    </a:band1V>
    <a:band2V>
      <a:tcStyle>
        <a:tcBdr/>
        <a:fill>
          <a:solidFill>
            <a:srgbClr val="EEEBFB"/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EEEBFB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EEEBFB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rgbClr val="EEEBFB"/>
              </a:solidFill>
            </a:ln>
          </a:top>
        </a:tcBdr>
        <a:fill>
          <a:solidFill>
            <a:srgbClr val="EEEBFB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rgbClr val="EEEBFB"/>
              </a:solidFill>
            </a:ln>
          </a:bottom>
        </a:tcBdr>
        <a:fill>
          <a:solidFill>
            <a:srgbClr val="7030A0"/>
          </a:solidFill>
        </a:fill>
      </a:tcStyle>
    </a:firstRow>
  </a:tblStyle>
  <a:tblStyle styleId="{0817EA92-75D0-4044-A80A-286907CE0DD2}" styleName="SH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rgbClr val="EEEBFB"/>
          </a:solidFill>
        </a:fill>
      </a:tcStyle>
    </a:band1H>
    <a:band2H>
      <a:tcStyle>
        <a:tcBdr/>
        <a:fill>
          <a:solidFill>
            <a:srgbClr val="EEEBFB"/>
          </a:solidFill>
        </a:fill>
      </a:tcStyle>
    </a:band2H>
    <a:band1V>
      <a:tcStyle>
        <a:tcBdr/>
        <a:fill>
          <a:solidFill>
            <a:srgbClr val="EEEBFB"/>
          </a:solidFill>
        </a:fill>
      </a:tcStyle>
    </a:band1V>
    <a:band2V>
      <a:tcStyle>
        <a:tcBdr/>
        <a:fill>
          <a:solidFill>
            <a:srgbClr val="EEEBFB"/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EEEBFB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EEEBFB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rgbClr val="EEEBFB"/>
              </a:solidFill>
            </a:ln>
          </a:top>
        </a:tcBdr>
        <a:fill>
          <a:solidFill>
            <a:srgbClr val="EEEBFB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rgbClr val="EEEBFB"/>
              </a:solidFill>
            </a:ln>
          </a:bottom>
        </a:tcBdr>
        <a:fill>
          <a:solidFill>
            <a:srgbClr val="2C2E82"/>
          </a:solidFill>
        </a:fill>
      </a:tcStyle>
    </a:firstRow>
  </a:tblStyle>
  <a:tblStyle styleId="{073A0DAA-6AF3-43AB-8588-CEC1D06C72B3}" styleName="SH Styl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rgbClr val="2C2E82"/>
              </a:solidFill>
            </a:ln>
          </a:bottom>
          <a:insideH>
            <a:ln w="0" cmpd="sng">
              <a:solidFill>
                <a:schemeClr val="lt1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rgbClr val="EEEBFB"/>
          </a:solidFill>
        </a:fill>
      </a:tcStyle>
    </a:band1H>
    <a:band2H>
      <a:tcStyle>
        <a:tcBdr/>
        <a:fill>
          <a:solidFill>
            <a:srgbClr val="EEEBFB"/>
          </a:solidFill>
        </a:fill>
      </a:tcStyle>
    </a:band2H>
    <a:band1V>
      <a:tcStyle>
        <a:tcBdr/>
        <a:fill>
          <a:solidFill>
            <a:srgbClr val="EEEBFB"/>
          </a:solidFill>
        </a:fill>
      </a:tcStyle>
    </a:band1V>
    <a:band2V>
      <a:tcStyle>
        <a:tcBdr/>
        <a:fill>
          <a:solidFill>
            <a:srgbClr val="EEEBFB"/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EEEBFB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EEEBFB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rgbClr val="2C2E82"/>
              </a:solidFill>
            </a:ln>
          </a:bottom>
        </a:tcBdr>
        <a:fill>
          <a:solidFill>
            <a:srgbClr val="EEEBFB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top>
            <a:ln w="12700" cmpd="sng">
              <a:solidFill>
                <a:srgbClr val="2C2E82"/>
              </a:solidFill>
            </a:ln>
          </a:top>
          <a:bottom>
            <a:ln w="12700" cmpd="sng">
              <a:solidFill>
                <a:srgbClr val="2C2E82"/>
              </a:solidFill>
            </a:ln>
          </a:bottom>
        </a:tcBdr>
        <a:fill>
          <a:solidFill>
            <a:srgbClr val="FFFFFF"/>
          </a:solidFill>
        </a:fill>
      </a:tcStyle>
    </a:firstRow>
  </a:tblStyle>
  <a:tblStyle styleId="{69C7853C-536D-4A76-A0AE-DD22124D55A4}" styleName="SH Styl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rgbClr val="7030A0"/>
              </a:solidFill>
            </a:ln>
          </a:bottom>
          <a:insideH>
            <a:ln w="0" cmpd="sng">
              <a:solidFill>
                <a:schemeClr val="lt1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rgbClr val="EEEBFB"/>
          </a:solidFill>
        </a:fill>
      </a:tcStyle>
    </a:band1H>
    <a:band2H>
      <a:tcStyle>
        <a:tcBdr/>
        <a:fill>
          <a:solidFill>
            <a:srgbClr val="EEEBFB"/>
          </a:solidFill>
        </a:fill>
      </a:tcStyle>
    </a:band2H>
    <a:band1V>
      <a:tcStyle>
        <a:tcBdr/>
        <a:fill>
          <a:solidFill>
            <a:srgbClr val="EEEBFB"/>
          </a:solidFill>
        </a:fill>
      </a:tcStyle>
    </a:band1V>
    <a:band2V>
      <a:tcStyle>
        <a:tcBdr/>
        <a:fill>
          <a:solidFill>
            <a:srgbClr val="EEEBFB"/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EEEBFB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EEEBFB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rgbClr val="7030A0"/>
              </a:solidFill>
            </a:ln>
          </a:bottom>
        </a:tcBdr>
        <a:fill>
          <a:solidFill>
            <a:srgbClr val="EEEBFB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top>
            <a:ln w="12700" cmpd="sng">
              <a:solidFill>
                <a:srgbClr val="7030A0"/>
              </a:solidFill>
            </a:ln>
          </a:top>
          <a:bottom>
            <a:ln w="12700" cmpd="sng">
              <a:solidFill>
                <a:srgbClr val="7030A0"/>
              </a:solidFill>
            </a:ln>
          </a:bottom>
        </a:tcBdr>
        <a:fill>
          <a:solidFill>
            <a:srgbClr val="FFFFFF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3168" y="66"/>
      </p:cViewPr>
      <p:guideLst>
        <p:guide orient="horz" pos="3131"/>
        <p:guide pos="214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al Llego" userId="477c438a-e30e-4b40-90df-78c24ad56b5f" providerId="ADAL" clId="{E7377ED2-4D78-4CD1-A0BD-F92D92052D0F}"/>
    <pc:docChg chg="modSld">
      <pc:chgData name="Seal Llego" userId="477c438a-e30e-4b40-90df-78c24ad56b5f" providerId="ADAL" clId="{E7377ED2-4D78-4CD1-A0BD-F92D92052D0F}" dt="2026-07-13T13:17:40.917" v="26" actId="20577"/>
      <pc:docMkLst>
        <pc:docMk/>
      </pc:docMkLst>
      <pc:sldChg chg="modSp mod">
        <pc:chgData name="Seal Llego" userId="477c438a-e30e-4b40-90df-78c24ad56b5f" providerId="ADAL" clId="{E7377ED2-4D78-4CD1-A0BD-F92D92052D0F}" dt="2026-07-13T13:17:40.917" v="26" actId="20577"/>
        <pc:sldMkLst>
          <pc:docMk/>
          <pc:sldMk cId="639750880" sldId="2140757924"/>
        </pc:sldMkLst>
        <pc:spChg chg="mod">
          <ac:chgData name="Seal Llego" userId="477c438a-e30e-4b40-90df-78c24ad56b5f" providerId="ADAL" clId="{E7377ED2-4D78-4CD1-A0BD-F92D92052D0F}" dt="2026-07-13T13:17:30.736" v="8" actId="20577"/>
          <ac:spMkLst>
            <pc:docMk/>
            <pc:sldMk cId="639750880" sldId="2140757924"/>
            <ac:spMk id="3" creationId="{07A1DA38-1E29-C8B9-CDC5-608DCBCEF56E}"/>
          </ac:spMkLst>
        </pc:spChg>
        <pc:spChg chg="mod">
          <ac:chgData name="Seal Llego" userId="477c438a-e30e-4b40-90df-78c24ad56b5f" providerId="ADAL" clId="{E7377ED2-4D78-4CD1-A0BD-F92D92052D0F}" dt="2026-07-13T13:17:40.917" v="26" actId="20577"/>
          <ac:spMkLst>
            <pc:docMk/>
            <pc:sldMk cId="639750880" sldId="2140757924"/>
            <ac:spMk id="11" creationId="{7423C360-BFCE-E6F0-3D81-21DFAFED819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B73AFFD-7952-8F47-9562-43A0D02E89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475" cy="49877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AEEC13-AA39-FF47-81D6-7C4821895D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6737" y="0"/>
            <a:ext cx="2950475" cy="49877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9124C0-B47C-2D4D-B7DA-E1D6FCB07920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B92179-FB29-274C-9ABA-B401B5789A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2154"/>
            <a:ext cx="2950475" cy="49877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77F99F-A89C-CA42-8B3D-AB3510A23B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6737" y="9442154"/>
            <a:ext cx="2950475" cy="49877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5F1ED3-BA79-4540-A3BF-19E1F1455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4228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31" userDrawn="1">
          <p15:clr>
            <a:srgbClr val="F26B43"/>
          </p15:clr>
        </p15:guide>
        <p15:guide id="2" pos="214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475" cy="49877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6737" y="0"/>
            <a:ext cx="2950475" cy="49877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72F554-F5A9-ED4C-BC96-1B154D77C3B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61062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879" y="4784070"/>
            <a:ext cx="5447030" cy="3914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2154"/>
            <a:ext cx="2950475" cy="49877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6737" y="9442154"/>
            <a:ext cx="2950475" cy="49877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6A1AEB-2744-3C41-A5F8-CDFEB54C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586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hyperlink" Target="https://www.sheffieldhaworth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isory Profi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3C64BD-51F1-0C77-265C-D75A30E35BFD}"/>
              </a:ext>
            </a:extLst>
          </p:cNvPr>
          <p:cNvSpPr>
            <a:spLocks/>
          </p:cNvSpPr>
          <p:nvPr userDrawn="1"/>
        </p:nvSpPr>
        <p:spPr>
          <a:xfrm>
            <a:off x="0" y="-7591"/>
            <a:ext cx="12192000" cy="151170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9C7D35F-D9E9-91DF-2215-FFA36C04B828}"/>
              </a:ext>
            </a:extLst>
          </p:cNvPr>
          <p:cNvSpPr/>
          <p:nvPr userDrawn="1"/>
        </p:nvSpPr>
        <p:spPr>
          <a:xfrm>
            <a:off x="9017000" y="1825460"/>
            <a:ext cx="2628900" cy="4232440"/>
          </a:xfrm>
          <a:prstGeom prst="rect">
            <a:avLst/>
          </a:prstGeom>
          <a:solidFill>
            <a:schemeClr val="accent2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782B080-FEC5-D145-8520-02936185C18B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538872" y="6362700"/>
            <a:ext cx="1110297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D99CAF8-48FB-604A-B80B-600F2E1F34E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42924" y="6398353"/>
            <a:ext cx="1409701" cy="92333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600" b="1" i="0" u="none" spc="150" baseline="0">
                <a:solidFill>
                  <a:schemeClr val="tx2">
                    <a:lumMod val="50000"/>
                  </a:schemeClr>
                </a:solidFill>
                <a:latin typeface="Raleway Black" pitchFamily="2" charset="7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SHEFFIELDHAWORTH.COM</a:t>
            </a:r>
            <a:endParaRPr lang="en-US" sz="600" b="1" i="0" u="none" spc="150" baseline="0">
              <a:solidFill>
                <a:schemeClr val="tx2">
                  <a:lumMod val="50000"/>
                </a:schemeClr>
              </a:solidFill>
              <a:latin typeface="Raleway Black" pitchFamily="2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EA96A1-A5D4-3548-901D-72CF79962F56}"/>
              </a:ext>
            </a:extLst>
          </p:cNvPr>
          <p:cNvSpPr/>
          <p:nvPr userDrawn="1"/>
        </p:nvSpPr>
        <p:spPr>
          <a:xfrm>
            <a:off x="538872" y="6477986"/>
            <a:ext cx="1388353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069655-152D-F10A-5B16-468DD5FE64F1}"/>
              </a:ext>
            </a:extLst>
          </p:cNvPr>
          <p:cNvSpPr/>
          <p:nvPr userDrawn="1"/>
        </p:nvSpPr>
        <p:spPr>
          <a:xfrm>
            <a:off x="3377021" y="2169454"/>
            <a:ext cx="9144" cy="9027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Google Shape;32;p1">
            <a:extLst>
              <a:ext uri="{FF2B5EF4-FFF2-40B4-BE49-F238E27FC236}">
                <a16:creationId xmlns:a16="http://schemas.microsoft.com/office/drawing/2014/main" id="{2CF5FE2C-3257-B9CE-FFF4-7C9C369CC38F}"/>
              </a:ext>
            </a:extLst>
          </p:cNvPr>
          <p:cNvSpPr/>
          <p:nvPr userDrawn="1"/>
        </p:nvSpPr>
        <p:spPr>
          <a:xfrm>
            <a:off x="538163" y="3526962"/>
            <a:ext cx="2627313" cy="2521201"/>
          </a:xfrm>
          <a:custGeom>
            <a:avLst/>
            <a:gdLst/>
            <a:ahLst/>
            <a:cxnLst/>
            <a:rect l="l" t="t" r="r" b="b"/>
            <a:pathLst>
              <a:path w="9144000" h="5100320" extrusionOk="0">
                <a:moveTo>
                  <a:pt x="0" y="0"/>
                </a:moveTo>
                <a:lnTo>
                  <a:pt x="9144000" y="0"/>
                </a:lnTo>
                <a:lnTo>
                  <a:pt x="9144000" y="5100179"/>
                </a:lnTo>
                <a:lnTo>
                  <a:pt x="0" y="510017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199778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AB3B7BA-C6C8-2248-B9FC-305154F09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959A1D4-4565-0F43-8D7F-8D77464C1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42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42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2"/>
          </a:solidFill>
          <a:latin typeface="Raleway Light" pitchFamily="2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lang="en-GB" sz="2400" b="0" i="0" kern="1200" spc="0" dirty="0">
          <a:solidFill>
            <a:schemeClr val="tx2"/>
          </a:solidFill>
          <a:effectLst/>
          <a:latin typeface="Raleway" pitchFamily="2" charset="77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lang="en-GB" sz="1000" b="1" i="0" kern="1200" dirty="0">
          <a:solidFill>
            <a:schemeClr val="tx2"/>
          </a:solidFill>
          <a:latin typeface="Raleway" pitchFamily="2" charset="77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lang="en-GB" sz="1000" b="0" i="0" kern="1200" dirty="0">
          <a:solidFill>
            <a:schemeClr val="tx2"/>
          </a:solidFill>
          <a:latin typeface="Raleway Medium" pitchFamily="2" charset="77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Raleway Medium" pitchFamily="2" charset="77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600" b="1" i="0" kern="1200" spc="150" baseline="0">
          <a:solidFill>
            <a:schemeClr val="tx2"/>
          </a:solidFill>
          <a:latin typeface="Raleway Black" pitchFamily="2" charset="77"/>
          <a:ea typeface="+mn-ea"/>
          <a:cs typeface="+mn-cs"/>
        </a:defRPr>
      </a:lvl5pPr>
      <a:lvl6pPr marL="22860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35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3" pos="339" userDrawn="1">
          <p15:clr>
            <a:srgbClr val="F26B43"/>
          </p15:clr>
        </p15:guide>
        <p15:guide id="4" orient="horz" pos="342">
          <p15:clr>
            <a:srgbClr val="F26B43"/>
          </p15:clr>
        </p15:guide>
        <p15:guide id="5" pos="7336">
          <p15:clr>
            <a:srgbClr val="F26B43"/>
          </p15:clr>
        </p15:guide>
        <p15:guide id="6" orient="horz" pos="3974">
          <p15:clr>
            <a:srgbClr val="F26B43"/>
          </p15:clr>
        </p15:guide>
        <p15:guide id="7" pos="2714">
          <p15:clr>
            <a:srgbClr val="F26B43"/>
          </p15:clr>
        </p15:guide>
        <p15:guide id="8" pos="4966">
          <p15:clr>
            <a:srgbClr val="F26B43"/>
          </p15:clr>
        </p15:guide>
        <p15:guide id="9" pos="5084">
          <p15:clr>
            <a:srgbClr val="F26B43"/>
          </p15:clr>
        </p15:guide>
        <p15:guide id="10" pos="2591">
          <p15:clr>
            <a:srgbClr val="F26B43"/>
          </p15:clr>
        </p15:guide>
        <p15:guide id="11" pos="3774">
          <p15:clr>
            <a:srgbClr val="F26B43"/>
          </p15:clr>
        </p15:guide>
        <p15:guide id="12" pos="3904">
          <p15:clr>
            <a:srgbClr val="F26B43"/>
          </p15:clr>
        </p15:guide>
        <p15:guide id="13" pos="1528">
          <p15:clr>
            <a:srgbClr val="F26B43"/>
          </p15:clr>
        </p15:guide>
        <p15:guide id="14" pos="1404">
          <p15:clr>
            <a:srgbClr val="F26B43"/>
          </p15:clr>
        </p15:guide>
        <p15:guide id="15" pos="6270">
          <p15:clr>
            <a:srgbClr val="F26B43"/>
          </p15:clr>
        </p15:guide>
        <p15:guide id="16" pos="6146">
          <p15:clr>
            <a:srgbClr val="F26B43"/>
          </p15:clr>
        </p15:guide>
        <p15:guide id="17" pos="5548">
          <p15:clr>
            <a:srgbClr val="F26B43"/>
          </p15:clr>
        </p15:guide>
        <p15:guide id="18" pos="5680">
          <p15:clr>
            <a:srgbClr val="F26B43"/>
          </p15:clr>
        </p15:guide>
        <p15:guide id="19" pos="6740">
          <p15:clr>
            <a:srgbClr val="F26B43"/>
          </p15:clr>
        </p15:guide>
        <p15:guide id="20" pos="6872">
          <p15:clr>
            <a:srgbClr val="F26B43"/>
          </p15:clr>
        </p15:guide>
        <p15:guide id="21" pos="4368">
          <p15:clr>
            <a:srgbClr val="F26B43"/>
          </p15:clr>
        </p15:guide>
        <p15:guide id="22" pos="4500">
          <p15:clr>
            <a:srgbClr val="F26B43"/>
          </p15:clr>
        </p15:guide>
        <p15:guide id="23" pos="3176">
          <p15:clr>
            <a:srgbClr val="F26B43"/>
          </p15:clr>
        </p15:guide>
        <p15:guide id="24" pos="3308">
          <p15:clr>
            <a:srgbClr val="F26B43"/>
          </p15:clr>
        </p15:guide>
        <p15:guide id="25" pos="1994">
          <p15:clr>
            <a:srgbClr val="F26B43"/>
          </p15:clr>
        </p15:guide>
        <p15:guide id="26" pos="2126">
          <p15:clr>
            <a:srgbClr val="F26B43"/>
          </p15:clr>
        </p15:guide>
        <p15:guide id="27" pos="806">
          <p15:clr>
            <a:srgbClr val="F26B43"/>
          </p15:clr>
        </p15:guide>
        <p15:guide id="28" pos="938">
          <p15:clr>
            <a:srgbClr val="F26B43"/>
          </p15:clr>
        </p15:guide>
        <p15:guide id="29" orient="horz">
          <p15:clr>
            <a:srgbClr val="F26B43"/>
          </p15:clr>
        </p15:guide>
        <p15:guide id="30" orient="horz" pos="4320">
          <p15:clr>
            <a:srgbClr val="F26B43"/>
          </p15:clr>
        </p15:guide>
        <p15:guide id="31">
          <p15:clr>
            <a:srgbClr val="F26B43"/>
          </p15:clr>
        </p15:guide>
        <p15:guide id="32" pos="7680">
          <p15:clr>
            <a:srgbClr val="F26B43"/>
          </p15:clr>
        </p15:guide>
        <p15:guide id="33" orient="horz" pos="952">
          <p15:clr>
            <a:srgbClr val="F26B43"/>
          </p15:clr>
        </p15:guide>
        <p15:guide id="34" orient="horz" pos="1548">
          <p15:clr>
            <a:srgbClr val="F26B43"/>
          </p15:clr>
        </p15:guide>
        <p15:guide id="35" orient="horz" pos="2768">
          <p15:clr>
            <a:srgbClr val="F26B43"/>
          </p15:clr>
        </p15:guide>
        <p15:guide id="36" orient="horz" pos="3362">
          <p15:clr>
            <a:srgbClr val="F26B43"/>
          </p15:clr>
        </p15:guide>
        <p15:guide id="37" orient="horz" pos="3668">
          <p15:clr>
            <a:srgbClr val="F26B43"/>
          </p15:clr>
        </p15:guide>
        <p15:guide id="38" orient="horz" pos="646">
          <p15:clr>
            <a:srgbClr val="F26B43"/>
          </p15:clr>
        </p15:guide>
        <p15:guide id="39" orient="horz" pos="308">
          <p15:clr>
            <a:srgbClr val="F26B43"/>
          </p15:clr>
        </p15:guide>
        <p15:guide id="40" orient="horz" pos="4008">
          <p15:clr>
            <a:srgbClr val="F26B43"/>
          </p15:clr>
        </p15:guide>
        <p15:guide id="41" orient="horz" pos="118">
          <p15:clr>
            <a:srgbClr val="F26B43"/>
          </p15:clr>
        </p15:guide>
        <p15:guide id="42" pos="116">
          <p15:clr>
            <a:srgbClr val="F26B43"/>
          </p15:clr>
        </p15:guide>
        <p15:guide id="43" orient="horz" pos="4202">
          <p15:clr>
            <a:srgbClr val="F26B43"/>
          </p15:clr>
        </p15:guide>
        <p15:guide id="44" pos="7562">
          <p15:clr>
            <a:srgbClr val="F26B43"/>
          </p15:clr>
        </p15:guide>
        <p15:guide id="45" orient="horz" pos="495">
          <p15:clr>
            <a:srgbClr val="F26B43"/>
          </p15:clr>
        </p15:guide>
        <p15:guide id="46" orient="horz" pos="3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6CB2E1-3F85-495C-F2E2-8EE68AFF6B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" b="140"/>
          <a:stretch/>
        </p:blipFill>
        <p:spPr>
          <a:xfrm>
            <a:off x="1293693" y="1833260"/>
            <a:ext cx="1116252" cy="1116252"/>
          </a:xfrm>
          <a:prstGeom prst="ellipse">
            <a:avLst/>
          </a:prstGeom>
        </p:spPr>
      </p:pic>
      <p:sp>
        <p:nvSpPr>
          <p:cNvPr id="3" name="Google Shape;35;p1">
            <a:extLst>
              <a:ext uri="{FF2B5EF4-FFF2-40B4-BE49-F238E27FC236}">
                <a16:creationId xmlns:a16="http://schemas.microsoft.com/office/drawing/2014/main" id="{07A1DA38-1E29-C8B9-CDC5-608DCBCEF56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5357" y="3029190"/>
            <a:ext cx="2512924" cy="300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12700" marR="0" lvl="0" indent="0" algn="ctr" defTabSz="7223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Raleway"/>
                <a:ea typeface="Raleway"/>
                <a:cs typeface="Raleway"/>
                <a:sym typeface="Raleway"/>
              </a:rPr>
              <a:t>{{FULL_NAME}}</a:t>
            </a:r>
          </a:p>
        </p:txBody>
      </p:sp>
      <p:sp>
        <p:nvSpPr>
          <p:cNvPr id="4" name="Google Shape;35;p1">
            <a:extLst>
              <a:ext uri="{FF2B5EF4-FFF2-40B4-BE49-F238E27FC236}">
                <a16:creationId xmlns:a16="http://schemas.microsoft.com/office/drawing/2014/main" id="{6320FF25-8288-AD9C-3D49-02C5A1C85E3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77021" y="3283070"/>
            <a:ext cx="438221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chemeClr val="accent1">
                    <a:lumMod val="50000"/>
                  </a:schemeClr>
                </a:solidFill>
                <a:latin typeface="Raleway"/>
                <a:sym typeface="Raleway"/>
              </a:rPr>
              <a:t>Relevant Engagements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Raleway"/>
              <a:ea typeface="+mn-ea"/>
              <a:cs typeface="+mn-cs"/>
              <a:sym typeface="Raleway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072885-DB6F-8A0F-99A9-8103961FCDD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77021" y="1825460"/>
            <a:ext cx="438221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E82"/>
              </a:buClr>
              <a:buSzPts val="1050"/>
              <a:buFont typeface="Arial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Raleway"/>
                <a:ea typeface="Raleway"/>
                <a:cs typeface="Raleway"/>
                <a:sym typeface="Raleway"/>
              </a:rPr>
              <a:t>Summary </a:t>
            </a:r>
          </a:p>
        </p:txBody>
      </p:sp>
      <p:sp>
        <p:nvSpPr>
          <p:cNvPr id="6" name="Google Shape;35;p1">
            <a:extLst>
              <a:ext uri="{FF2B5EF4-FFF2-40B4-BE49-F238E27FC236}">
                <a16:creationId xmlns:a16="http://schemas.microsoft.com/office/drawing/2014/main" id="{C9A497BC-DFC3-A0FC-F226-A77258644F7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15557" y="2017206"/>
            <a:ext cx="16827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chemeClr val="accent1">
                    <a:lumMod val="50000"/>
                  </a:schemeClr>
                </a:solidFill>
                <a:latin typeface="Raleway"/>
                <a:ea typeface="Raleway"/>
                <a:cs typeface="Raleway"/>
                <a:sym typeface="Raleway"/>
              </a:rPr>
              <a:t>Experience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" name="Google Shape;34;p1">
            <a:extLst>
              <a:ext uri="{FF2B5EF4-FFF2-40B4-BE49-F238E27FC236}">
                <a16:creationId xmlns:a16="http://schemas.microsoft.com/office/drawing/2014/main" id="{3421D9BD-0C3A-7594-888C-7E84275CF1E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8729" y="2160093"/>
            <a:ext cx="5268721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GB" sz="850" dirty="0">
                <a:solidFill>
                  <a:schemeClr val="accent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  <a:cs typeface="Arial Unicode MS" panose="020B0604020202020204" pitchFamily="34" charset="-128"/>
              </a:rPr>
              <a:t>{{SUMMARY}}</a:t>
            </a:r>
          </a:p>
        </p:txBody>
      </p:sp>
      <p:sp>
        <p:nvSpPr>
          <p:cNvPr id="8" name="Google Shape;36;p1">
            <a:extLst>
              <a:ext uri="{FF2B5EF4-FFF2-40B4-BE49-F238E27FC236}">
                <a16:creationId xmlns:a16="http://schemas.microsoft.com/office/drawing/2014/main" id="{5182E616-A2C2-3E0B-AE24-64103F11D7F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75025" y="3587258"/>
            <a:ext cx="5432425" cy="93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lvl="0" indent="-171450">
              <a:lnSpc>
                <a:spcPct val="120000"/>
              </a:lnSpc>
              <a:spcAft>
                <a:spcPts val="600"/>
              </a:spcAft>
              <a:buClr>
                <a:srgbClr val="F7931E"/>
              </a:buClr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pPr>
            <a:r>
              <a:rPr lang="en-GB" sz="850" b="1" dirty="0">
                <a:solidFill>
                  <a:schemeClr val="accent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</a:rPr>
              <a:t>{{ENGAGEMENT_1_COMPANY}} </a:t>
            </a:r>
            <a:r>
              <a:rPr lang="en-GB" sz="850" dirty="0">
                <a:solidFill>
                  <a:schemeClr val="accent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</a:rPr>
              <a:t>– {{ENGAGEMENT_1_DETAIL}}</a:t>
            </a:r>
          </a:p>
          <a:p>
            <a:pPr marL="171450" lvl="0" indent="-171450">
              <a:lnSpc>
                <a:spcPct val="120000"/>
              </a:lnSpc>
              <a:spcAft>
                <a:spcPts val="600"/>
              </a:spcAft>
              <a:buClr>
                <a:srgbClr val="F7931E"/>
              </a:buClr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pPr>
            <a:r>
              <a:rPr lang="en-GB" sz="850" b="1" dirty="0">
                <a:solidFill>
                  <a:schemeClr val="accent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</a:rPr>
              <a:t>{{ENGAGEMENT_2_COMPANY}} </a:t>
            </a:r>
            <a:r>
              <a:rPr lang="en-GB" sz="850" dirty="0">
                <a:solidFill>
                  <a:schemeClr val="accent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</a:rPr>
              <a:t>– {{ENGAGEMENT_2_DETAIL}}</a:t>
            </a:r>
          </a:p>
          <a:p>
            <a:pPr marL="171450" indent="-171450">
              <a:lnSpc>
                <a:spcPct val="120000"/>
              </a:lnSpc>
              <a:spcAft>
                <a:spcPts val="600"/>
              </a:spcAft>
              <a:buClr>
                <a:srgbClr val="F7931E"/>
              </a:buClr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/>
            </a:pPr>
            <a:r>
              <a:rPr lang="en-GB" sz="850" b="1" dirty="0">
                <a:solidFill>
                  <a:schemeClr val="accent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</a:rPr>
              <a:t>{{ENGAGEMENT_3_COMPANY}} </a:t>
            </a:r>
            <a:r>
              <a:rPr lang="en-GB" sz="850" dirty="0">
                <a:solidFill>
                  <a:schemeClr val="accent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</a:rPr>
              <a:t>– {{ENGAGEMENT_3_DETAIL}}</a:t>
            </a:r>
          </a:p>
          <a:p>
            <a:pPr lvl="0">
              <a:lnSpc>
                <a:spcPct val="120000"/>
              </a:lnSpc>
              <a:spcAft>
                <a:spcPts val="600"/>
              </a:spcAft>
              <a:buClr>
                <a:srgbClr val="F7931E"/>
              </a:buClr>
              <a:defRPr/>
            </a:pPr>
            <a:endParaRPr lang="en-GB" sz="850" dirty="0">
              <a:solidFill>
                <a:schemeClr val="accent1">
                  <a:lumMod val="50000"/>
                </a:schemeClr>
              </a:solidFill>
              <a:uFill>
                <a:solidFill>
                  <a:srgbClr val="000000"/>
                </a:solidFill>
              </a:uFill>
              <a:ea typeface="Arial Unicode MS" panose="020B0604020202020204" pitchFamily="34" charset="-128"/>
            </a:endParaRPr>
          </a:p>
        </p:txBody>
      </p:sp>
      <p:sp>
        <p:nvSpPr>
          <p:cNvPr id="9" name="Google Shape;36;p1">
            <a:extLst>
              <a:ext uri="{FF2B5EF4-FFF2-40B4-BE49-F238E27FC236}">
                <a16:creationId xmlns:a16="http://schemas.microsoft.com/office/drawing/2014/main" id="{B0DE083E-76AB-241A-9958-00D8FAC5E10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27147" y="2368768"/>
            <a:ext cx="2208606" cy="3854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lang="en-GB" sz="1000" dirty="0">
                <a:solidFill>
                  <a:schemeClr val="accent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  <a:cs typeface="Arial Unicode MS" panose="020B0604020202020204" pitchFamily="34" charset="-128"/>
              </a:rPr>
              <a:t>{{EXPERIENCE_PARA_1}}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lang="en-GB" sz="1000" dirty="0">
                <a:solidFill>
                  <a:schemeClr val="accent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  <a:cs typeface="Arial Unicode MS" panose="020B0604020202020204" pitchFamily="34" charset="-128"/>
              </a:rPr>
              <a:t>{{EXPERIENCE_PARA_2}}</a:t>
            </a:r>
            <a:r>
              <a:rPr lang="en-GB" sz="1000" dirty="0">
                <a:solidFill>
                  <a:schemeClr val="accent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ea typeface="Arial" panose="020B0604020202020204" pitchFamily="34" charset="0"/>
                <a:cs typeface="Arial Unicode MS" panose="020B0604020202020204" pitchFamily="34" charset="-128"/>
              </a:rPr>
              <a:t> </a:t>
            </a:r>
            <a:endParaRPr lang="en-GB" sz="1000" dirty="0">
              <a:solidFill>
                <a:schemeClr val="accent1">
                  <a:lumMod val="50000"/>
                </a:schemeClr>
              </a:solidFill>
              <a:uFill>
                <a:solidFill>
                  <a:srgbClr val="000000"/>
                </a:solidFill>
              </a:u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lang="en-GB" sz="1000" dirty="0">
                <a:solidFill>
                  <a:schemeClr val="accent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  <a:cs typeface="Arial Unicode MS" panose="020B0604020202020204" pitchFamily="34" charset="-128"/>
              </a:rPr>
              <a:t>{{EXPERIENCE_PARA_3}}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9B6EC9-8DF3-C858-5D94-A6FD925E3D9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6759" y="563201"/>
            <a:ext cx="4113753" cy="41944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itchFamily="2" charset="77"/>
                <a:ea typeface="+mn-ea"/>
                <a:cs typeface="Algerian" panose="020F0502020204030204" pitchFamily="34" charset="0"/>
              </a:rPr>
              <a:t>Advisory Profile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23C360-BFCE-E6F0-3D81-21DFAFED819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56247" y="3724418"/>
            <a:ext cx="2241802" cy="1913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Raleway" pitchFamily="2" charset="77"/>
                <a:ea typeface="+mn-ea"/>
                <a:cs typeface="Algerian" panose="020F0502020204030204" pitchFamily="34" charset="0"/>
              </a:rPr>
              <a:t>{{EMAIL}}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Raleway" pitchFamily="2" charset="77"/>
                <a:ea typeface="+mn-ea"/>
                <a:cs typeface="Algerian" panose="020F0502020204030204" pitchFamily="34" charset="0"/>
              </a:rPr>
              <a:t>{{PHONE}} 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Raleway" pitchFamily="2" charset="77"/>
                <a:ea typeface="+mn-ea"/>
                <a:cs typeface="Algerian" panose="020F0502020204030204" pitchFamily="34" charset="0"/>
              </a:rPr>
              <a:t>Technical Skills: </a:t>
            </a: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C3F3"/>
              </a:buClr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/>
              <a:defRPr/>
            </a:pPr>
            <a:r>
              <a:rPr lang="en-GB" sz="1000" dirty="0">
                <a:solidFill>
                  <a:schemeClr val="accent1">
                    <a:lumMod val="50000"/>
                  </a:schemeClr>
                </a:solidFill>
                <a:latin typeface="Raleway" pitchFamily="2" charset="77"/>
                <a:cs typeface="Algerian" panose="020F0502020204030204" pitchFamily="34" charset="0"/>
              </a:rPr>
              <a:t>{{SKILL_1}}</a:t>
            </a: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C3F3"/>
              </a:buClr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Raleway" pitchFamily="2" charset="77"/>
                <a:ea typeface="+mn-ea"/>
                <a:cs typeface="Algerian" panose="020F0502020204030204" pitchFamily="34" charset="0"/>
              </a:rPr>
              <a:t>{{SKILL_2}}</a:t>
            </a: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C3F3"/>
              </a:buClr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/>
              <a:defRPr/>
            </a:pPr>
            <a:r>
              <a:rPr lang="en-GB" sz="1000" dirty="0">
                <a:solidFill>
                  <a:schemeClr val="accent1">
                    <a:lumMod val="50000"/>
                  </a:schemeClr>
                </a:solidFill>
                <a:latin typeface="Raleway" pitchFamily="2" charset="77"/>
                <a:cs typeface="Algerian" panose="020F0502020204030204" pitchFamily="34" charset="0"/>
              </a:rPr>
              <a:t>{{SKILL_3}}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Raleway" pitchFamily="2" charset="77"/>
              <a:ea typeface="+mn-ea"/>
              <a:cs typeface="Algerian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Raleway" pitchFamily="2" charset="77"/>
                <a:ea typeface="+mn-ea"/>
                <a:cs typeface="Algerian" panose="020F0502020204030204" pitchFamily="34" charset="0"/>
              </a:rPr>
              <a:t>Qualifications: </a:t>
            </a: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Raleway" pitchFamily="2" charset="77"/>
                <a:ea typeface="+mn-ea"/>
                <a:cs typeface="Algerian" panose="020F0502020204030204" pitchFamily="34" charset="0"/>
              </a:rPr>
              <a:t>{{QUAL_1}}</a:t>
            </a: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Raleway" pitchFamily="2" charset="77"/>
                <a:ea typeface="+mn-ea"/>
                <a:cs typeface="Algerian" panose="020F0502020204030204" pitchFamily="34" charset="0"/>
              </a:rPr>
              <a:t>{{QUAL_2}}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Raleway" pitchFamily="2" charset="77"/>
              <a:ea typeface="+mn-ea"/>
              <a:cs typeface="Algerian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7526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heme/theme1.xml><?xml version="1.0" encoding="utf-8"?>
<a:theme xmlns:a="http://schemas.openxmlformats.org/drawingml/2006/main" name="SH">
  <a:themeElements>
    <a:clrScheme name="Sheffield Haworth">
      <a:dk1>
        <a:srgbClr val="222229"/>
      </a:dk1>
      <a:lt1>
        <a:srgbClr val="FFFFFF"/>
      </a:lt1>
      <a:dk2>
        <a:srgbClr val="2C2E82"/>
      </a:dk2>
      <a:lt2>
        <a:srgbClr val="F2F2F2"/>
      </a:lt2>
      <a:accent1>
        <a:srgbClr val="2C2F82"/>
      </a:accent1>
      <a:accent2>
        <a:srgbClr val="27C3F3"/>
      </a:accent2>
      <a:accent3>
        <a:srgbClr val="00798E"/>
      </a:accent3>
      <a:accent4>
        <a:srgbClr val="4D2DCF"/>
      </a:accent4>
      <a:accent5>
        <a:srgbClr val="8771E0"/>
      </a:accent5>
      <a:accent6>
        <a:srgbClr val="F2F2F2"/>
      </a:accent6>
      <a:hlink>
        <a:srgbClr val="4D2DCF"/>
      </a:hlink>
      <a:folHlink>
        <a:srgbClr val="FFFFFF"/>
      </a:folHlink>
    </a:clrScheme>
    <a:fontScheme name="SH">
      <a:majorFont>
        <a:latin typeface="Raleway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00000"/>
          </a:lnSpc>
          <a:spcBef>
            <a:spcPts val="0"/>
          </a:spcBef>
          <a:spcAft>
            <a:spcPts val="0"/>
          </a:spcAft>
          <a:defRPr b="0" i="0" dirty="0" smtClean="0">
            <a:solidFill>
              <a:srgbClr val="FFFFFF"/>
            </a:solidFill>
            <a:effectLst/>
            <a:latin typeface="Raleway" pitchFamily="2" charset="77"/>
            <a:cs typeface="Algerian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H" id="{C408DEA9-61A8-A84A-8D2C-1D4CC1DAA581}" vid="{B105B99D-E812-5C4C-B489-DB1217BE756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7FFB6FF68DCC84EAE8C450D4F92DBA7" ma:contentTypeVersion="23" ma:contentTypeDescription="Create a new document." ma:contentTypeScope="" ma:versionID="caab023a7fb5c222ed58ca0ceeefc38e">
  <xsd:schema xmlns:xsd="http://www.w3.org/2001/XMLSchema" xmlns:xs="http://www.w3.org/2001/XMLSchema" xmlns:p="http://schemas.microsoft.com/office/2006/metadata/properties" xmlns:ns2="8fe6d124-157e-4db3-accf-90154e53f67d" xmlns:ns3="0aa8f75c-e048-48b3-a198-a76b6066dc3e" targetNamespace="http://schemas.microsoft.com/office/2006/metadata/properties" ma:root="true" ma:fieldsID="1df5c284c74c0923247d0c8b39fa6ac5" ns2:_="" ns3:_="">
    <xsd:import namespace="8fe6d124-157e-4db3-accf-90154e53f67d"/>
    <xsd:import namespace="0aa8f75c-e048-48b3-a198-a76b6066dc3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e6d124-157e-4db3-accf-90154e53f67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4" nillable="true" ma:displayName="Taxonomy Catch All Column" ma:hidden="true" ma:list="{40df0fcf-db67-4e06-9d0f-dfbf04ac3be6}" ma:internalName="TaxCatchAll" ma:showField="CatchAllData" ma:web="8fe6d124-157e-4db3-accf-90154e53f6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a8f75c-e048-48b3-a198-a76b6066dc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497af4df-0819-45cf-861e-f6122f4a94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8fe6d124-157e-4db3-accf-90154e53f67d">
      <UserInfo>
        <DisplayName>Chris Kapsalis</DisplayName>
        <AccountId>83</AccountId>
        <AccountType/>
      </UserInfo>
      <UserInfo>
        <DisplayName>Adriaan Hugo</DisplayName>
        <AccountId>63</AccountId>
        <AccountType/>
      </UserInfo>
      <UserInfo>
        <DisplayName>Emily Clark</DisplayName>
        <AccountId>136</AccountId>
        <AccountType/>
      </UserInfo>
      <UserInfo>
        <DisplayName>Toby Enstone</DisplayName>
        <AccountId>87</AccountId>
        <AccountType/>
      </UserInfo>
    </SharedWithUsers>
    <TaxCatchAll xmlns="8fe6d124-157e-4db3-accf-90154e53f67d" xsi:nil="true"/>
    <lcf76f155ced4ddcb4097134ff3c332f xmlns="0aa8f75c-e048-48b3-a198-a76b6066dc3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17D46E-D190-494F-A114-924A2A0D19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e6d124-157e-4db3-accf-90154e53f67d"/>
    <ds:schemaRef ds:uri="0aa8f75c-e048-48b3-a198-a76b6066dc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6BABFC-641A-49C3-9D13-499712C87DAF}">
  <ds:schemaRefs>
    <ds:schemaRef ds:uri="http://purl.org/dc/terms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8fe6d124-157e-4db3-accf-90154e53f67d"/>
    <ds:schemaRef ds:uri="http://purl.org/dc/elements/1.1/"/>
    <ds:schemaRef ds:uri="http://schemas.microsoft.com/office/infopath/2007/PartnerControls"/>
    <ds:schemaRef ds:uri="0aa8f75c-e048-48b3-a198-a76b6066dc3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AEABEF3-214C-490F-9B30-301C49BB922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688</Words>
  <Application>Microsoft Office PowerPoint</Application>
  <PresentationFormat>Widescreen</PresentationFormat>
  <Paragraphs>42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Arial</vt:lpstr>
      <vt:lpstr>Arial Unicode MS</vt:lpstr>
      <vt:lpstr>Calibri</vt:lpstr>
      <vt:lpstr>Libre Franklin</vt:lpstr>
      <vt:lpstr>Raleway</vt:lpstr>
      <vt:lpstr>Raleway Black</vt:lpstr>
      <vt:lpstr>Raleway Light</vt:lpstr>
      <vt:lpstr>Raleway Medium</vt:lpstr>
      <vt:lpstr>SH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 Merkou</dc:creator>
  <cp:lastModifiedBy>Seal Llego</cp:lastModifiedBy>
  <cp:revision>7</cp:revision>
  <cp:lastPrinted>2024-09-05T12:07:17Z</cp:lastPrinted>
  <dcterms:created xsi:type="dcterms:W3CDTF">2023-08-14T16:03:23Z</dcterms:created>
  <dcterms:modified xsi:type="dcterms:W3CDTF">2026-07-14T13:05:09Z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0x01010087FFB6FF68DCC84EAE8C450D4F92DBA7</vt:lpwstr>
  </property>
  <property fmtid="{D5CDD505-2E9C-101B-9397-08002B2CF9AE}" pid="3" name="MediaServiceImageTags">
    <vt:lpwstr/>
  </property>
</Properties>
</file>