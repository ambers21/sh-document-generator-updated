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4"/>
  </p:sldMasterIdLst>
  <p:notesMasterIdLst>
    <p:notesMasterId r:id="rId7"/>
  </p:notesMasterIdLst>
  <p:handoutMasterIdLst>
    <p:handoutMasterId r:id="rId8"/>
  </p:handoutMasterIdLst>
  <p:sldIdLst>
    <p:sldId id="2140757925" r:id="rId5"/>
  </p:sldIdLst>
  <p:sldSz cx="12192000" cy="6858000"/>
  <p:notesSz cx="6808788" cy="9940925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>
        <p15:guide id="1" orient="horz" pos="3131" userDrawn="1">
          <p15:clr>
            <a:srgbClr val="A4A3A4"/>
          </p15:clr>
        </p15:guide>
        <p15:guide id="2" pos="2145" userDrawn="1">
          <p15:clr>
            <a:srgbClr val="A4A3A4"/>
          </p15:clr>
        </p15:guide>
      </p15:notes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54EF803-428D-62FD-3F1E-481C2865CC17}" name="Seal Llego" initials="SL" userId="S::s.llego@sheffieldhaworth.com::477c438a-e30e-4b40-90df-78c24ad56b5f" providerId="AD"/>
  <p188:author id="{6F9BDA51-B1AE-9B2E-29F3-723054EBCAB1}" name="Toby Calder" initials="TC" userId="S::t.calder@sheffieldhaworth.com::28c243c1-830c-4ea0-a89c-8c28bc0ec6f1" providerId="AD"/>
  <p188:author id="{9CBE3B74-EE0F-3137-C8FE-0870AD2371C6}" name="Adriaan Hugo" initials="AH" userId="S::a.hugo@sheffieldhaworth.com::92288ce7-6c58-4acc-aa1d-cc4e2ceb9f97" providerId="AD"/>
  <p188:author id="{5061EA79-6A1B-95F0-AD06-1F34F7178D57}" name="Frances Wright" initials="FW" userId="S::f.wright@sheffieldhaworth.com::3125d111-e9c0-4794-88d9-0c70b0c9d8b2" providerId="AD"/>
  <p188:author id="{7ED1D47C-14F8-160B-9B67-E9576CDE733A}" name="Roger Flory" initials="RF" userId="S::r.flory@sheffieldhaworth.com::6379e3fd-b026-4fc3-8f58-bbbbdd2a7874" providerId="AD"/>
  <p188:author id="{47FFBD84-EAD3-6075-3F4B-A9E1158247FA}" name="Adriaan Hugo" initials="" userId="S::A.Hugo@sheffieldhaworth.com::92288ce7-6c58-4acc-aa1d-cc4e2ceb9f97" providerId="AD"/>
  <p188:author id="{5F54D0AC-FBC8-0A4F-D5CA-03F2465CE5FB}" name="Chris Kapsalis" initials="CK" userId="S::c.kapsalis@sheffieldhaworth.com::1a709cd6-afa6-4ecd-ad91-f55dc9453249" providerId="AD"/>
  <p188:author id="{265156C8-B601-491F-9EB3-030A40A74C7D}" name="Gareth Burden" initials="GB" userId="S::g.burden@sheffieldhaworth.com::4c5c1413-cd10-438b-8510-8faa6b875a47" providerId="AD"/>
  <p188:author id="{1B0B76C9-F144-BC86-3A54-B15318AA1E72}" name="Samuel Shipp" initials="SS" userId="S::s.shipp@sheffieldhaworth.com::68c97247-92ef-4b1c-b465-82806c965376" providerId="AD"/>
  <p188:author id="{27D691D4-F202-0996-79E8-3EB60685D1B4}" name="Maria Merkou" initials="MM" userId="S::m.merkou@sheffieldhaworth.com::0fbaa89b-04ad-4a57-b515-b05639967a17" providerId="AD"/>
  <p188:author id="{6FC5DAD6-4C5E-C0DF-E3A0-B1E2D00727AD}" name="Debbie Gazzard" initials="DG" userId="S::d.gazzard@sheffieldhaworth.com::54a6ee3e-80f3-4890-a25f-631595999308" providerId="AD"/>
  <p188:author id="{0C04FDDC-3671-F7E6-7419-869746122BE3}" name="Chris Kapsalis" initials="CK" userId="S::C.kapsalis@sheffieldhaworth.com::1a709cd6-afa6-4ecd-ad91-f55dc9453249" providerId="AD"/>
  <p188:author id="{DB18A2DD-C8FB-5D05-365F-FF4546B11ABB}" name="Toby Enstone" initials="TE" userId="S::t.enstone@sheffieldhaworth.com::e3afc506-0656-4532-9c2b-9ea283dd257c" providerId="AD"/>
  <p188:author id="{68BB8CF2-C6AE-CE0D-7CF6-D4E3D42FA02D}" name="Terry Sambridge" initials="TS" userId="S::t.sambridge@sheffieldhaworth.com::7401f427-3f89-4430-8923-7760386c881d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2F2F2"/>
    <a:srgbClr val="000000"/>
    <a:srgbClr val="4699C3"/>
    <a:srgbClr val="B5E5F7"/>
    <a:srgbClr val="F5FAFD"/>
    <a:srgbClr val="2C2E82"/>
    <a:srgbClr val="59197A"/>
    <a:srgbClr val="F4F3FB"/>
    <a:srgbClr val="163B45"/>
    <a:srgbClr val="245A6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1}">
  <a:tblStyle styleId="{5C22544A-7EE6-4342-B048-85BDC9FD1C31}" styleName="SH Styl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rgbClr val="EEEBFB"/>
          </a:solidFill>
        </a:fill>
      </a:tcStyle>
    </a:band1H>
    <a:band2H>
      <a:tcStyle>
        <a:tcBdr/>
        <a:fill>
          <a:solidFill>
            <a:srgbClr val="EEEBFB"/>
          </a:solidFill>
        </a:fill>
      </a:tcStyle>
    </a:band2H>
    <a:band1V>
      <a:tcStyle>
        <a:tcBdr/>
        <a:fill>
          <a:solidFill>
            <a:srgbClr val="EEEBFB"/>
          </a:solidFill>
        </a:fill>
      </a:tcStyle>
    </a:band1V>
    <a:band2V>
      <a:tcStyle>
        <a:tcBdr/>
        <a:fill>
          <a:solidFill>
            <a:srgbClr val="EEEBFB"/>
          </a:solidFill>
        </a:fill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rgbClr val="EEEBFB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rgbClr val="EEEBFB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rgbClr val="EEEBFB"/>
              </a:solidFill>
            </a:ln>
          </a:top>
        </a:tcBdr>
        <a:fill>
          <a:solidFill>
            <a:srgbClr val="EEEBFB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rgbClr val="EEEBFB"/>
              </a:solidFill>
            </a:ln>
          </a:bottom>
        </a:tcBdr>
        <a:fill>
          <a:solidFill>
            <a:srgbClr val="7030A0"/>
          </a:solidFill>
        </a:fill>
      </a:tcStyle>
    </a:firstRow>
  </a:tblStyle>
  <a:tblStyle styleId="{0817EA92-75D0-4044-A80A-286907CE0DD2}" styleName="SH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rgbClr val="EEEBFB"/>
          </a:solidFill>
        </a:fill>
      </a:tcStyle>
    </a:band1H>
    <a:band2H>
      <a:tcStyle>
        <a:tcBdr/>
        <a:fill>
          <a:solidFill>
            <a:srgbClr val="EEEBFB"/>
          </a:solidFill>
        </a:fill>
      </a:tcStyle>
    </a:band2H>
    <a:band1V>
      <a:tcStyle>
        <a:tcBdr/>
        <a:fill>
          <a:solidFill>
            <a:srgbClr val="EEEBFB"/>
          </a:solidFill>
        </a:fill>
      </a:tcStyle>
    </a:band1V>
    <a:band2V>
      <a:tcStyle>
        <a:tcBdr/>
        <a:fill>
          <a:solidFill>
            <a:srgbClr val="EEEBFB"/>
          </a:solidFill>
        </a:fill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rgbClr val="EEEBFB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rgbClr val="EEEBFB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rgbClr val="EEEBFB"/>
              </a:solidFill>
            </a:ln>
          </a:top>
        </a:tcBdr>
        <a:fill>
          <a:solidFill>
            <a:srgbClr val="EEEBFB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rgbClr val="EEEBFB"/>
              </a:solidFill>
            </a:ln>
          </a:bottom>
        </a:tcBdr>
        <a:fill>
          <a:solidFill>
            <a:srgbClr val="2C2E82"/>
          </a:solidFill>
        </a:fill>
      </a:tcStyle>
    </a:firstRow>
  </a:tblStyle>
  <a:tblStyle styleId="{073A0DAA-6AF3-43AB-8588-CEC1D06C72B3}" styleName="SH Style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rgbClr val="2C2E82"/>
              </a:solidFill>
            </a:ln>
          </a:bottom>
          <a:insideH>
            <a:ln w="0" cmpd="sng">
              <a:solidFill>
                <a:schemeClr val="lt1"/>
              </a:solidFill>
            </a:ln>
          </a:insideH>
          <a:insideV>
            <a:ln w="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rgbClr val="EEEBFB"/>
          </a:solidFill>
        </a:fill>
      </a:tcStyle>
    </a:band1H>
    <a:band2H>
      <a:tcStyle>
        <a:tcBdr/>
        <a:fill>
          <a:solidFill>
            <a:srgbClr val="EEEBFB"/>
          </a:solidFill>
        </a:fill>
      </a:tcStyle>
    </a:band2H>
    <a:band1V>
      <a:tcStyle>
        <a:tcBdr/>
        <a:fill>
          <a:solidFill>
            <a:srgbClr val="EEEBFB"/>
          </a:solidFill>
        </a:fill>
      </a:tcStyle>
    </a:band1V>
    <a:band2V>
      <a:tcStyle>
        <a:tcBdr/>
        <a:fill>
          <a:solidFill>
            <a:srgbClr val="EEEBFB"/>
          </a:solidFill>
        </a:fill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rgbClr val="EEEBFB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rgbClr val="EEEBFB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rgbClr val="2C2E82"/>
              </a:solidFill>
            </a:ln>
          </a:bottom>
        </a:tcBdr>
        <a:fill>
          <a:solidFill>
            <a:srgbClr val="EEEBFB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top>
            <a:ln w="12700" cmpd="sng">
              <a:solidFill>
                <a:srgbClr val="2C2E82"/>
              </a:solidFill>
            </a:ln>
          </a:top>
          <a:bottom>
            <a:ln w="12700" cmpd="sng">
              <a:solidFill>
                <a:srgbClr val="2C2E82"/>
              </a:solidFill>
            </a:ln>
          </a:bottom>
        </a:tcBdr>
        <a:fill>
          <a:solidFill>
            <a:srgbClr val="FFFFFF"/>
          </a:solidFill>
        </a:fill>
      </a:tcStyle>
    </a:firstRow>
  </a:tblStyle>
  <a:tblStyle styleId="{69C7853C-536D-4A76-A0AE-DD22124D55A4}" styleName="SH Style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rgbClr val="7030A0"/>
              </a:solidFill>
            </a:ln>
          </a:bottom>
          <a:insideH>
            <a:ln w="0" cmpd="sng">
              <a:solidFill>
                <a:schemeClr val="lt1"/>
              </a:solidFill>
            </a:ln>
          </a:insideH>
          <a:insideV>
            <a:ln w="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rgbClr val="EEEBFB"/>
          </a:solidFill>
        </a:fill>
      </a:tcStyle>
    </a:band1H>
    <a:band2H>
      <a:tcStyle>
        <a:tcBdr/>
        <a:fill>
          <a:solidFill>
            <a:srgbClr val="EEEBFB"/>
          </a:solidFill>
        </a:fill>
      </a:tcStyle>
    </a:band2H>
    <a:band1V>
      <a:tcStyle>
        <a:tcBdr/>
        <a:fill>
          <a:solidFill>
            <a:srgbClr val="EEEBFB"/>
          </a:solidFill>
        </a:fill>
      </a:tcStyle>
    </a:band1V>
    <a:band2V>
      <a:tcStyle>
        <a:tcBdr/>
        <a:fill>
          <a:solidFill>
            <a:srgbClr val="EEEBFB"/>
          </a:solidFill>
        </a:fill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rgbClr val="EEEBFB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rgbClr val="EEEBFB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rgbClr val="7030A0"/>
              </a:solidFill>
            </a:ln>
          </a:bottom>
        </a:tcBdr>
        <a:fill>
          <a:solidFill>
            <a:srgbClr val="EEEBFB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top>
            <a:ln w="12700" cmpd="sng">
              <a:solidFill>
                <a:srgbClr val="7030A0"/>
              </a:solidFill>
            </a:ln>
          </a:top>
          <a:bottom>
            <a:ln w="12700" cmpd="sng">
              <a:solidFill>
                <a:srgbClr val="7030A0"/>
              </a:solidFill>
            </a:ln>
          </a:bottom>
        </a:tcBdr>
        <a:fill>
          <a:solidFill>
            <a:srgbClr val="FFFFFF"/>
          </a:solidFill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1" d="100"/>
          <a:sy n="101" d="100"/>
        </p:scale>
        <p:origin x="876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75" d="100"/>
          <a:sy n="75" d="100"/>
        </p:scale>
        <p:origin x="3168" y="66"/>
      </p:cViewPr>
      <p:guideLst>
        <p:guide orient="horz" pos="3131"/>
        <p:guide pos="2145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handoutMaster" Target="handoutMasters/handoutMaster1.xml"/><Relationship Id="rId13" Type="http://schemas.microsoft.com/office/2016/11/relationships/changesInfo" Target="changesInfos/changesInfo1.xml"/><Relationship Id="rId3" Type="http://schemas.openxmlformats.org/officeDocument/2006/relationships/customXml" Target="../customXml/item3.xml"/><Relationship Id="rId7" Type="http://schemas.openxmlformats.org/officeDocument/2006/relationships/notesMaster" Target="notesMasters/notesMaster1.xml"/><Relationship Id="rId12" Type="http://schemas.openxmlformats.org/officeDocument/2006/relationships/tableStyles" Target="tableStyle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11" Type="http://schemas.openxmlformats.org/officeDocument/2006/relationships/theme" Target="theme/theme1.xml"/><Relationship Id="rId5" Type="http://schemas.openxmlformats.org/officeDocument/2006/relationships/slide" Target="slides/slide1.xml"/><Relationship Id="rId10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presProps" Target="presProps.xml"/><Relationship Id="rId14" Type="http://schemas.microsoft.com/office/2018/10/relationships/authors" Target="author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eal Llego" userId="477c438a-e30e-4b40-90df-78c24ad56b5f" providerId="ADAL" clId="{E7377ED2-4D78-4CD1-A0BD-F92D92052D0F}"/>
    <pc:docChg chg="modSld">
      <pc:chgData name="Seal Llego" userId="477c438a-e30e-4b40-90df-78c24ad56b5f" providerId="ADAL" clId="{E7377ED2-4D78-4CD1-A0BD-F92D92052D0F}" dt="2026-07-13T13:17:40.917" v="26" actId="20577"/>
      <pc:docMkLst>
        <pc:docMk/>
      </pc:docMkLst>
      <pc:sldChg chg="modSp mod">
        <pc:chgData name="Seal Llego" userId="477c438a-e30e-4b40-90df-78c24ad56b5f" providerId="ADAL" clId="{E7377ED2-4D78-4CD1-A0BD-F92D92052D0F}" dt="2026-07-13T13:17:40.917" v="26" actId="20577"/>
        <pc:sldMkLst>
          <pc:docMk/>
          <pc:sldMk cId="639750880" sldId="2140757924"/>
        </pc:sldMkLst>
        <pc:spChg chg="mod">
          <ac:chgData name="Seal Llego" userId="477c438a-e30e-4b40-90df-78c24ad56b5f" providerId="ADAL" clId="{E7377ED2-4D78-4CD1-A0BD-F92D92052D0F}" dt="2026-07-13T13:17:30.736" v="8" actId="20577"/>
          <ac:spMkLst>
            <pc:docMk/>
            <pc:sldMk cId="639750880" sldId="2140757924"/>
            <ac:spMk id="3" creationId="{07A1DA38-1E29-C8B9-CDC5-608DCBCEF56E}"/>
          </ac:spMkLst>
        </pc:spChg>
        <pc:spChg chg="mod">
          <ac:chgData name="Seal Llego" userId="477c438a-e30e-4b40-90df-78c24ad56b5f" providerId="ADAL" clId="{E7377ED2-4D78-4CD1-A0BD-F92D92052D0F}" dt="2026-07-13T13:17:40.917" v="26" actId="20577"/>
          <ac:spMkLst>
            <pc:docMk/>
            <pc:sldMk cId="639750880" sldId="2140757924"/>
            <ac:spMk id="11" creationId="{7423C360-BFCE-E6F0-3D81-21DFAFED819C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FB73AFFD-7952-8F47-9562-43A0D02E8937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50475" cy="49877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BAEEC13-AA39-FF47-81D6-7C4821895DFF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56737" y="0"/>
            <a:ext cx="2950475" cy="49877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F9124C0-B47C-2D4D-B7DA-E1D6FCB07920}" type="datetimeFigureOut">
              <a:rPr lang="en-US" smtClean="0"/>
              <a:t>7/14/2026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DB92179-FB29-274C-9ABA-B401B5789AB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442154"/>
            <a:ext cx="2950475" cy="49877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77F99F-A89C-CA42-8B3D-AB3510A23B5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56737" y="9442154"/>
            <a:ext cx="2950475" cy="49877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5F1ED3-BA79-4540-A3BF-19E1F14550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5242280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3131" userDrawn="1">
          <p15:clr>
            <a:srgbClr val="F26B43"/>
          </p15:clr>
        </p15:guide>
        <p15:guide id="2" pos="2144" userDrawn="1">
          <p15:clr>
            <a:srgbClr val="F26B43"/>
          </p15:clr>
        </p15:guide>
      </p15:sldGuideLst>
    </p:ext>
  </p:extLst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50475" cy="49877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56737" y="0"/>
            <a:ext cx="2950475" cy="49877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672F554-F5A9-ED4C-BC96-1B154D77C3BA}" type="datetimeFigureOut">
              <a:rPr lang="en-US" smtClean="0"/>
              <a:t>7/14/2026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23863" y="1243013"/>
            <a:ext cx="5961062" cy="33543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0879" y="4784070"/>
            <a:ext cx="5447030" cy="3914239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442154"/>
            <a:ext cx="2950475" cy="49877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56737" y="9442154"/>
            <a:ext cx="2950475" cy="49877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86A1AEB-2744-3C41-A5F8-CDFEB54C34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05869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2.xml"/><Relationship Id="rId1" Type="http://schemas.openxmlformats.org/officeDocument/2006/relationships/tags" Target="../tags/tag1.xml"/><Relationship Id="rId4" Type="http://schemas.openxmlformats.org/officeDocument/2006/relationships/hyperlink" Target="https://www.sheffieldhaworth.com/" TargetMode="Externa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dvisory Profi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A43C64BD-51F1-0C77-265C-D75A30E35BFD}"/>
              </a:ext>
            </a:extLst>
          </p:cNvPr>
          <p:cNvSpPr>
            <a:spLocks/>
          </p:cNvSpPr>
          <p:nvPr userDrawn="1"/>
        </p:nvSpPr>
        <p:spPr>
          <a:xfrm>
            <a:off x="0" y="-7591"/>
            <a:ext cx="12192000" cy="1511708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69C7D35F-D9E9-91DF-2215-FFA36C04B828}"/>
              </a:ext>
            </a:extLst>
          </p:cNvPr>
          <p:cNvSpPr/>
          <p:nvPr userDrawn="1"/>
        </p:nvSpPr>
        <p:spPr>
          <a:xfrm>
            <a:off x="9017000" y="1825460"/>
            <a:ext cx="2628900" cy="4232440"/>
          </a:xfrm>
          <a:prstGeom prst="rect">
            <a:avLst/>
          </a:prstGeom>
          <a:solidFill>
            <a:schemeClr val="accent2">
              <a:alpha val="8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A782B080-FEC5-D145-8520-02936185C18B}"/>
              </a:ext>
            </a:extLst>
          </p:cNvPr>
          <p:cNvCxnSpPr>
            <a:cxnSpLocks/>
          </p:cNvCxnSpPr>
          <p:nvPr userDrawn="1">
            <p:custDataLst>
              <p:tags r:id="rId1"/>
            </p:custDataLst>
          </p:nvPr>
        </p:nvCxnSpPr>
        <p:spPr>
          <a:xfrm>
            <a:off x="538872" y="6362700"/>
            <a:ext cx="11102976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2D99CAF8-48FB-604A-B80B-600F2E1F34E6}"/>
              </a:ext>
            </a:extLst>
          </p:cNvPr>
          <p:cNvSpPr txBox="1"/>
          <p:nvPr userDrawn="1">
            <p:custDataLst>
              <p:tags r:id="rId2"/>
            </p:custDataLst>
          </p:nvPr>
        </p:nvSpPr>
        <p:spPr>
          <a:xfrm>
            <a:off x="542924" y="6398353"/>
            <a:ext cx="1409701" cy="92333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/>
          <a:p>
            <a:pPr lvl="0"/>
            <a:r>
              <a:rPr lang="en-US" sz="600" b="1" i="0" u="none" spc="150" baseline="0">
                <a:solidFill>
                  <a:schemeClr val="tx2">
                    <a:lumMod val="50000"/>
                  </a:schemeClr>
                </a:solidFill>
                <a:latin typeface="Raleway Black" pitchFamily="2" charset="77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SHEFFIELDHAWORTH.COM</a:t>
            </a:r>
            <a:endParaRPr lang="en-US" sz="600" b="1" i="0" u="none" spc="150" baseline="0">
              <a:solidFill>
                <a:schemeClr val="tx2">
                  <a:lumMod val="50000"/>
                </a:schemeClr>
              </a:solidFill>
              <a:latin typeface="Raleway Black" pitchFamily="2" charset="77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AEA96A1-A5D4-3548-901D-72CF79962F56}"/>
              </a:ext>
            </a:extLst>
          </p:cNvPr>
          <p:cNvSpPr/>
          <p:nvPr userDrawn="1"/>
        </p:nvSpPr>
        <p:spPr>
          <a:xfrm>
            <a:off x="538872" y="6477986"/>
            <a:ext cx="1388353" cy="1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28069655-152D-F10A-5B16-468DD5FE64F1}"/>
              </a:ext>
            </a:extLst>
          </p:cNvPr>
          <p:cNvSpPr/>
          <p:nvPr userDrawn="1"/>
        </p:nvSpPr>
        <p:spPr>
          <a:xfrm>
            <a:off x="3377021" y="2169454"/>
            <a:ext cx="9144" cy="902734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Google Shape;32;p1">
            <a:extLst>
              <a:ext uri="{FF2B5EF4-FFF2-40B4-BE49-F238E27FC236}">
                <a16:creationId xmlns:a16="http://schemas.microsoft.com/office/drawing/2014/main" id="{2CF5FE2C-3257-B9CE-FFF4-7C9C369CC38F}"/>
              </a:ext>
            </a:extLst>
          </p:cNvPr>
          <p:cNvSpPr/>
          <p:nvPr userDrawn="1"/>
        </p:nvSpPr>
        <p:spPr>
          <a:xfrm>
            <a:off x="538163" y="3526962"/>
            <a:ext cx="2627313" cy="2521201"/>
          </a:xfrm>
          <a:custGeom>
            <a:avLst/>
            <a:gdLst/>
            <a:ahLst/>
            <a:cxnLst/>
            <a:rect l="l" t="t" r="r" b="b"/>
            <a:pathLst>
              <a:path w="9144000" h="5100320" extrusionOk="0">
                <a:moveTo>
                  <a:pt x="0" y="0"/>
                </a:moveTo>
                <a:lnTo>
                  <a:pt x="9144000" y="0"/>
                </a:lnTo>
                <a:lnTo>
                  <a:pt x="9144000" y="5100179"/>
                </a:lnTo>
                <a:lnTo>
                  <a:pt x="0" y="5100179"/>
                </a:lnTo>
                <a:lnTo>
                  <a:pt x="0" y="0"/>
                </a:lnTo>
                <a:close/>
              </a:path>
            </a:pathLst>
          </a:custGeom>
          <a:solidFill>
            <a:schemeClr val="bg2"/>
          </a:solidFill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4D4D4D"/>
              </a:solidFill>
              <a:effectLst/>
              <a:uLnTx/>
              <a:uFillTx/>
              <a:latin typeface="Libre Franklin"/>
              <a:ea typeface="Libre Franklin"/>
              <a:cs typeface="Libre Franklin"/>
              <a:sym typeface="Libre Franklin"/>
            </a:endParaRPr>
          </a:p>
        </p:txBody>
      </p:sp>
    </p:spTree>
    <p:extLst>
      <p:ext uri="{BB962C8B-B14F-4D97-AF65-F5344CB8AC3E}">
        <p14:creationId xmlns:p14="http://schemas.microsoft.com/office/powerpoint/2010/main" val="1997789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7AB3B7BA-C6C8-2248-B9FC-305154F098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0959A1D4-4565-0F43-8D7F-8D77464C1C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74262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642" r:id="rId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0" i="0" kern="1200">
          <a:solidFill>
            <a:schemeClr val="tx2"/>
          </a:solidFill>
          <a:latin typeface="Raleway Light" pitchFamily="2" charset="77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0"/>
        </a:spcBef>
        <a:spcAft>
          <a:spcPts val="0"/>
        </a:spcAft>
        <a:buFont typeface="Arial" panose="020B0604020202020204" pitchFamily="34" charset="0"/>
        <a:buNone/>
        <a:defRPr lang="en-GB" sz="2400" b="0" i="0" kern="1200" spc="0" dirty="0">
          <a:solidFill>
            <a:schemeClr val="tx2"/>
          </a:solidFill>
          <a:effectLst/>
          <a:latin typeface="Raleway" pitchFamily="2" charset="77"/>
          <a:ea typeface="+mn-ea"/>
          <a:cs typeface="+mn-cs"/>
        </a:defRPr>
      </a:lvl1pPr>
      <a:lvl2pPr marL="0" indent="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None/>
        <a:defRPr lang="en-GB" sz="1000" b="1" i="0" kern="1200" dirty="0">
          <a:solidFill>
            <a:schemeClr val="tx2"/>
          </a:solidFill>
          <a:latin typeface="Raleway" pitchFamily="2" charset="77"/>
          <a:ea typeface="+mn-ea"/>
          <a:cs typeface="+mn-cs"/>
        </a:defRPr>
      </a:lvl2pPr>
      <a:lvl3pPr marL="0" indent="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None/>
        <a:defRPr lang="en-GB" sz="1000" b="0" i="0" kern="1200" dirty="0">
          <a:solidFill>
            <a:schemeClr val="tx2"/>
          </a:solidFill>
          <a:latin typeface="Raleway Medium" pitchFamily="2" charset="77"/>
          <a:ea typeface="+mn-ea"/>
          <a:cs typeface="+mn-cs"/>
        </a:defRPr>
      </a:lvl3pPr>
      <a:lvl4pPr marL="0" indent="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None/>
        <a:defRPr sz="1600" b="0" i="0" kern="1200">
          <a:solidFill>
            <a:schemeClr val="tx2"/>
          </a:solidFill>
          <a:latin typeface="Raleway Medium" pitchFamily="2" charset="77"/>
          <a:ea typeface="+mn-ea"/>
          <a:cs typeface="+mn-cs"/>
        </a:defRPr>
      </a:lvl4pPr>
      <a:lvl5pPr marL="0" indent="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None/>
        <a:defRPr sz="600" b="1" i="0" kern="1200" spc="150" baseline="0">
          <a:solidFill>
            <a:schemeClr val="tx2"/>
          </a:solidFill>
          <a:latin typeface="Raleway Black" pitchFamily="2" charset="77"/>
          <a:ea typeface="+mn-ea"/>
          <a:cs typeface="+mn-cs"/>
        </a:defRPr>
      </a:lvl5pPr>
      <a:lvl6pPr marL="22860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35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36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3" pos="339" userDrawn="1">
          <p15:clr>
            <a:srgbClr val="F26B43"/>
          </p15:clr>
        </p15:guide>
        <p15:guide id="4" orient="horz" pos="342">
          <p15:clr>
            <a:srgbClr val="F26B43"/>
          </p15:clr>
        </p15:guide>
        <p15:guide id="5" pos="7336">
          <p15:clr>
            <a:srgbClr val="F26B43"/>
          </p15:clr>
        </p15:guide>
        <p15:guide id="6" orient="horz" pos="3974">
          <p15:clr>
            <a:srgbClr val="F26B43"/>
          </p15:clr>
        </p15:guide>
        <p15:guide id="7" pos="2714">
          <p15:clr>
            <a:srgbClr val="F26B43"/>
          </p15:clr>
        </p15:guide>
        <p15:guide id="8" pos="4966">
          <p15:clr>
            <a:srgbClr val="F26B43"/>
          </p15:clr>
        </p15:guide>
        <p15:guide id="9" pos="5084">
          <p15:clr>
            <a:srgbClr val="F26B43"/>
          </p15:clr>
        </p15:guide>
        <p15:guide id="10" pos="2591">
          <p15:clr>
            <a:srgbClr val="F26B43"/>
          </p15:clr>
        </p15:guide>
        <p15:guide id="11" pos="3774">
          <p15:clr>
            <a:srgbClr val="F26B43"/>
          </p15:clr>
        </p15:guide>
        <p15:guide id="12" pos="3904">
          <p15:clr>
            <a:srgbClr val="F26B43"/>
          </p15:clr>
        </p15:guide>
        <p15:guide id="13" pos="1528">
          <p15:clr>
            <a:srgbClr val="F26B43"/>
          </p15:clr>
        </p15:guide>
        <p15:guide id="14" pos="1404">
          <p15:clr>
            <a:srgbClr val="F26B43"/>
          </p15:clr>
        </p15:guide>
        <p15:guide id="15" pos="6270">
          <p15:clr>
            <a:srgbClr val="F26B43"/>
          </p15:clr>
        </p15:guide>
        <p15:guide id="16" pos="6146">
          <p15:clr>
            <a:srgbClr val="F26B43"/>
          </p15:clr>
        </p15:guide>
        <p15:guide id="17" pos="5548">
          <p15:clr>
            <a:srgbClr val="F26B43"/>
          </p15:clr>
        </p15:guide>
        <p15:guide id="18" pos="5680">
          <p15:clr>
            <a:srgbClr val="F26B43"/>
          </p15:clr>
        </p15:guide>
        <p15:guide id="19" pos="6740">
          <p15:clr>
            <a:srgbClr val="F26B43"/>
          </p15:clr>
        </p15:guide>
        <p15:guide id="20" pos="6872">
          <p15:clr>
            <a:srgbClr val="F26B43"/>
          </p15:clr>
        </p15:guide>
        <p15:guide id="21" pos="4368">
          <p15:clr>
            <a:srgbClr val="F26B43"/>
          </p15:clr>
        </p15:guide>
        <p15:guide id="22" pos="4500">
          <p15:clr>
            <a:srgbClr val="F26B43"/>
          </p15:clr>
        </p15:guide>
        <p15:guide id="23" pos="3176">
          <p15:clr>
            <a:srgbClr val="F26B43"/>
          </p15:clr>
        </p15:guide>
        <p15:guide id="24" pos="3308">
          <p15:clr>
            <a:srgbClr val="F26B43"/>
          </p15:clr>
        </p15:guide>
        <p15:guide id="25" pos="1994">
          <p15:clr>
            <a:srgbClr val="F26B43"/>
          </p15:clr>
        </p15:guide>
        <p15:guide id="26" pos="2126">
          <p15:clr>
            <a:srgbClr val="F26B43"/>
          </p15:clr>
        </p15:guide>
        <p15:guide id="27" pos="806">
          <p15:clr>
            <a:srgbClr val="F26B43"/>
          </p15:clr>
        </p15:guide>
        <p15:guide id="28" pos="938">
          <p15:clr>
            <a:srgbClr val="F26B43"/>
          </p15:clr>
        </p15:guide>
        <p15:guide id="29" orient="horz">
          <p15:clr>
            <a:srgbClr val="F26B43"/>
          </p15:clr>
        </p15:guide>
        <p15:guide id="30" orient="horz" pos="4320">
          <p15:clr>
            <a:srgbClr val="F26B43"/>
          </p15:clr>
        </p15:guide>
        <p15:guide id="31">
          <p15:clr>
            <a:srgbClr val="F26B43"/>
          </p15:clr>
        </p15:guide>
        <p15:guide id="32" pos="7680">
          <p15:clr>
            <a:srgbClr val="F26B43"/>
          </p15:clr>
        </p15:guide>
        <p15:guide id="33" orient="horz" pos="952">
          <p15:clr>
            <a:srgbClr val="F26B43"/>
          </p15:clr>
        </p15:guide>
        <p15:guide id="34" orient="horz" pos="1548">
          <p15:clr>
            <a:srgbClr val="F26B43"/>
          </p15:clr>
        </p15:guide>
        <p15:guide id="35" orient="horz" pos="2768">
          <p15:clr>
            <a:srgbClr val="F26B43"/>
          </p15:clr>
        </p15:guide>
        <p15:guide id="36" orient="horz" pos="3362">
          <p15:clr>
            <a:srgbClr val="F26B43"/>
          </p15:clr>
        </p15:guide>
        <p15:guide id="37" orient="horz" pos="3668">
          <p15:clr>
            <a:srgbClr val="F26B43"/>
          </p15:clr>
        </p15:guide>
        <p15:guide id="38" orient="horz" pos="646">
          <p15:clr>
            <a:srgbClr val="F26B43"/>
          </p15:clr>
        </p15:guide>
        <p15:guide id="39" orient="horz" pos="308">
          <p15:clr>
            <a:srgbClr val="F26B43"/>
          </p15:clr>
        </p15:guide>
        <p15:guide id="40" orient="horz" pos="4008">
          <p15:clr>
            <a:srgbClr val="F26B43"/>
          </p15:clr>
        </p15:guide>
        <p15:guide id="41" orient="horz" pos="118">
          <p15:clr>
            <a:srgbClr val="F26B43"/>
          </p15:clr>
        </p15:guide>
        <p15:guide id="42" pos="116">
          <p15:clr>
            <a:srgbClr val="F26B43"/>
          </p15:clr>
        </p15:guide>
        <p15:guide id="43" orient="horz" pos="4202">
          <p15:clr>
            <a:srgbClr val="F26B43"/>
          </p15:clr>
        </p15:guide>
        <p15:guide id="44" pos="7562">
          <p15:clr>
            <a:srgbClr val="F26B43"/>
          </p15:clr>
        </p15:guide>
        <p15:guide id="45" orient="horz" pos="495">
          <p15:clr>
            <a:srgbClr val="F26B43"/>
          </p15:clr>
        </p15:guide>
        <p15:guide id="46" orient="horz" pos="3816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D66CB2E1-3F85-495C-F2E2-8EE68AFF6B4D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40" b="140"/>
          <a:stretch/>
        </p:blipFill>
        <p:spPr>
          <a:xfrm>
            <a:off x="1293693" y="1833260"/>
            <a:ext cx="1116252" cy="1116252"/>
          </a:xfrm>
          <a:prstGeom prst="ellipse">
            <a:avLst/>
          </a:prstGeom>
        </p:spPr>
      </p:pic>
      <p:sp>
        <p:nvSpPr>
          <p:cNvPr id="3" name="Google Shape;35;p1">
            <a:extLst>
              <a:ext uri="{FF2B5EF4-FFF2-40B4-BE49-F238E27FC236}">
                <a16:creationId xmlns:a16="http://schemas.microsoft.com/office/drawing/2014/main" id="{07A1DA38-1E29-C8B9-CDC5-608DCBCEF56E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595357" y="3029190"/>
            <a:ext cx="2512924" cy="3007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53975" rIns="0" bIns="0" anchor="t" anchorCtr="0">
            <a:normAutofit/>
          </a:bodyPr>
          <a:lstStyle/>
          <a:p>
            <a:pPr marL="12700" marR="0" lvl="0" indent="0" algn="ctr" defTabSz="722313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600" b="0" i="0" u="none" strike="noStrike" kern="1200" cap="none" spc="0" normalizeH="0" baseline="0" noProof="0" dirty="0">
                <a:ln>
                  <a:noFill/>
                </a:ln>
                <a:solidFill>
                  <a:schemeClr val="accent1">
                    <a:lumMod val="50000"/>
                  </a:schemeClr>
                </a:solidFill>
                <a:effectLst/>
                <a:uLnTx/>
                <a:uFillTx/>
                <a:latin typeface="Raleway"/>
                <a:ea typeface="Raleway"/>
                <a:cs typeface="Raleway"/>
                <a:sym typeface="Raleway"/>
              </a:rPr>
              <a:t>{{FULL_NAME}}</a:t>
            </a:r>
          </a:p>
        </p:txBody>
      </p:sp>
      <p:sp>
        <p:nvSpPr>
          <p:cNvPr id="4" name="Google Shape;35;p1">
            <a:extLst>
              <a:ext uri="{FF2B5EF4-FFF2-40B4-BE49-F238E27FC236}">
                <a16:creationId xmlns:a16="http://schemas.microsoft.com/office/drawing/2014/main" id="{6320FF25-8288-AD9C-3D49-02C5A1C85E3D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377021" y="3283070"/>
            <a:ext cx="4382214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/>
          <a:p>
            <a:pPr marL="12700" marR="0" lvl="0" indent="0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400" b="1">
                <a:solidFill>
                  <a:schemeClr val="accent1">
                    <a:lumMod val="50000"/>
                  </a:schemeClr>
                </a:solidFill>
                <a:latin typeface="Raleway"/>
                <a:sym typeface="Raleway"/>
              </a:rPr>
              <a:t>Relevant Engagements</a:t>
            </a:r>
            <a:endParaRPr kumimoji="0" lang="en-GB" sz="1400" b="1" i="0" u="none" strike="noStrike" kern="1200" cap="none" spc="0" normalizeH="0" baseline="0" noProof="0">
              <a:ln>
                <a:noFill/>
              </a:ln>
              <a:solidFill>
                <a:schemeClr val="accent1">
                  <a:lumMod val="50000"/>
                </a:schemeClr>
              </a:solidFill>
              <a:effectLst/>
              <a:uLnTx/>
              <a:uFillTx/>
              <a:latin typeface="Raleway"/>
              <a:ea typeface="+mn-ea"/>
              <a:cs typeface="+mn-cs"/>
              <a:sym typeface="Raleway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E072885-DB6F-8A0F-99A9-8103961FCDDA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377021" y="1825460"/>
            <a:ext cx="4382214" cy="215444"/>
          </a:xfrm>
          <a:prstGeom prst="rect">
            <a:avLst/>
          </a:prstGeom>
          <a:noFill/>
        </p:spPr>
        <p:txBody>
          <a:bodyPr wrap="square" lIns="0" tIns="0" rIns="0" bIns="0">
            <a:normAutofit/>
          </a:bodyPr>
          <a:lstStyle/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C2E82"/>
              </a:buClr>
              <a:buSzPts val="1050"/>
              <a:buFont typeface="Arial"/>
              <a:buNone/>
              <a:tabLst/>
              <a:defRPr/>
            </a:pPr>
            <a:r>
              <a:rPr kumimoji="0" lang="en-GB" sz="1400" b="1" i="0" u="none" strike="noStrike" kern="1200" cap="none" spc="0" normalizeH="0" baseline="0" noProof="0">
                <a:ln>
                  <a:noFill/>
                </a:ln>
                <a:solidFill>
                  <a:schemeClr val="accent1">
                    <a:lumMod val="50000"/>
                  </a:schemeClr>
                </a:solidFill>
                <a:effectLst/>
                <a:uLnTx/>
                <a:uFillTx/>
                <a:latin typeface="Raleway"/>
                <a:ea typeface="Raleway"/>
                <a:cs typeface="Raleway"/>
                <a:sym typeface="Raleway"/>
              </a:rPr>
              <a:t>Summary </a:t>
            </a:r>
          </a:p>
        </p:txBody>
      </p:sp>
      <p:sp>
        <p:nvSpPr>
          <p:cNvPr id="6" name="Google Shape;35;p1">
            <a:extLst>
              <a:ext uri="{FF2B5EF4-FFF2-40B4-BE49-F238E27FC236}">
                <a16:creationId xmlns:a16="http://schemas.microsoft.com/office/drawing/2014/main" id="{C9A497BC-DFC3-A0FC-F226-A77258644F73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9215557" y="2017206"/>
            <a:ext cx="1682750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/>
          <a:p>
            <a:pPr marL="12700" marR="0" lvl="0" indent="0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400" b="1">
                <a:solidFill>
                  <a:schemeClr val="accent1">
                    <a:lumMod val="50000"/>
                  </a:schemeClr>
                </a:solidFill>
                <a:latin typeface="Raleway"/>
                <a:ea typeface="Raleway"/>
                <a:cs typeface="Raleway"/>
                <a:sym typeface="Raleway"/>
              </a:rPr>
              <a:t>Experience</a:t>
            </a:r>
            <a:endParaRPr kumimoji="0" lang="en-GB" sz="1400" b="0" i="0" u="none" strike="noStrike" kern="1200" cap="none" spc="0" normalizeH="0" baseline="0" noProof="0">
              <a:ln>
                <a:noFill/>
              </a:ln>
              <a:solidFill>
                <a:schemeClr val="accent1">
                  <a:lumMod val="50000"/>
                </a:schemeClr>
              </a:solidFill>
              <a:effectLst/>
              <a:uLnTx/>
              <a:uFillTx/>
              <a:latin typeface="Raleway"/>
              <a:ea typeface="Raleway"/>
              <a:cs typeface="Raleway"/>
              <a:sym typeface="Raleway"/>
            </a:endParaRPr>
          </a:p>
        </p:txBody>
      </p:sp>
      <p:sp>
        <p:nvSpPr>
          <p:cNvPr id="7" name="Google Shape;34;p1">
            <a:extLst>
              <a:ext uri="{FF2B5EF4-FFF2-40B4-BE49-F238E27FC236}">
                <a16:creationId xmlns:a16="http://schemas.microsoft.com/office/drawing/2014/main" id="{3421D9BD-0C3A-7594-888C-7E84275CF1E5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538729" y="2160093"/>
            <a:ext cx="5268721" cy="8617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 fontScale="100000" lnSpcReduction="0"/>
          </a:bodyPr>
          <a:lstStyle/>
          <a:p>
            <a:pPr>
              <a:lnSpc>
                <a:spcPct val="120000"/>
              </a:lnSpc>
              <a:spcAft>
                <a:spcPts val="600"/>
              </a:spcAft>
            </a:pPr>
            <a:r>
              <a:rPr lang="en-GB" sz="850" dirty="0">
                <a:solidFill>
                  <a:schemeClr val="accent1">
                    <a:lumMod val="50000"/>
                  </a:schemeClr>
                </a:solidFill>
                <a:uFill>
                  <a:solidFill>
                    <a:srgbClr val="000000"/>
                  </a:solidFill>
                </a:uFill>
                <a:ea typeface="Arial Unicode MS" panose="020B0604020202020204" pitchFamily="34" charset="-128"/>
                <a:cs typeface="Arial Unicode MS" panose="020B0604020202020204" pitchFamily="34" charset="-128"/>
              </a:rPr>
              <a:t>{{SUMMARY}}</a:t>
            </a:r>
          </a:p>
        </p:txBody>
      </p:sp>
      <p:sp>
        <p:nvSpPr>
          <p:cNvPr id="8" name="Google Shape;36;p1">
            <a:extLst>
              <a:ext uri="{FF2B5EF4-FFF2-40B4-BE49-F238E27FC236}">
                <a16:creationId xmlns:a16="http://schemas.microsoft.com/office/drawing/2014/main" id="{5182E616-A2C2-3E0B-AE24-64103F11D7F6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375025" y="3587258"/>
            <a:ext cx="5432425" cy="9356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 fontScale="100000" lnSpcReduction="0"/>
          </a:bodyPr>
          <a:lstStyle/>
          <a:p>
            <a:pPr marL="171450" lvl="0" indent="-171450">
              <a:lnSpc>
                <a:spcPct val="120000"/>
              </a:lnSpc>
              <a:spcAft>
                <a:spcPts val="600"/>
              </a:spcAft>
              <a:buClr>
                <a:srgbClr val="F7931E"/>
              </a:buClr>
              <a:buFontTx/>
              <a:buBlip>
                <a:blip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</a:buBlip>
              <a:defRPr/>
            </a:pPr>
            <a:r>
              <a:rPr lang="en-GB" sz="850" b="1" dirty="0">
                <a:solidFill>
                  <a:schemeClr val="accent1">
                    <a:lumMod val="50000"/>
                  </a:schemeClr>
                </a:solidFill>
                <a:uFill>
                  <a:solidFill>
                    <a:srgbClr val="000000"/>
                  </a:solidFill>
                </a:uFill>
                <a:ea typeface="Arial Unicode MS" panose="020B0604020202020204" pitchFamily="34" charset="-128"/>
              </a:rPr>
              <a:t>{{ENGAGEMENT_1_COMPANY}} </a:t>
            </a:r>
            <a:r>
              <a:rPr lang="en-GB" sz="850" dirty="0">
                <a:solidFill>
                  <a:schemeClr val="accent1">
                    <a:lumMod val="50000"/>
                  </a:schemeClr>
                </a:solidFill>
                <a:uFill>
                  <a:solidFill>
                    <a:srgbClr val="000000"/>
                  </a:solidFill>
                </a:uFill>
                <a:ea typeface="Arial Unicode MS" panose="020B0604020202020204" pitchFamily="34" charset="-128"/>
              </a:rPr>
              <a:t>– {{ENGAGEMENT_1_DETAIL}}</a:t>
            </a:r>
          </a:p>
          <a:p>
            <a:pPr marL="171450" lvl="0" indent="-171450">
              <a:lnSpc>
                <a:spcPct val="120000"/>
              </a:lnSpc>
              <a:spcAft>
                <a:spcPts val="600"/>
              </a:spcAft>
              <a:buClr>
                <a:srgbClr val="F7931E"/>
              </a:buClr>
              <a:buFontTx/>
              <a:buBlip>
                <a:blip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</a:buBlip>
              <a:defRPr/>
            </a:pPr>
            <a:r>
              <a:rPr lang="en-GB" sz="850" b="1" dirty="0">
                <a:solidFill>
                  <a:schemeClr val="accent1">
                    <a:lumMod val="50000"/>
                  </a:schemeClr>
                </a:solidFill>
                <a:uFill>
                  <a:solidFill>
                    <a:srgbClr val="000000"/>
                  </a:solidFill>
                </a:uFill>
                <a:ea typeface="Arial Unicode MS" panose="020B0604020202020204" pitchFamily="34" charset="-128"/>
              </a:rPr>
              <a:t>{{ENGAGEMENT_2_COMPANY}} </a:t>
            </a:r>
            <a:r>
              <a:rPr lang="en-GB" sz="850" dirty="0">
                <a:solidFill>
                  <a:schemeClr val="accent1">
                    <a:lumMod val="50000"/>
                  </a:schemeClr>
                </a:solidFill>
                <a:uFill>
                  <a:solidFill>
                    <a:srgbClr val="000000"/>
                  </a:solidFill>
                </a:uFill>
                <a:ea typeface="Arial Unicode MS" panose="020B0604020202020204" pitchFamily="34" charset="-128"/>
              </a:rPr>
              <a:t>– {{ENGAGEMENT_2_DETAIL}}</a:t>
            </a:r>
          </a:p>
          <a:p>
            <a:pPr marL="171450" indent="-171450">
              <a:lnSpc>
                <a:spcPct val="120000"/>
              </a:lnSpc>
              <a:spcAft>
                <a:spcPts val="600"/>
              </a:spcAft>
              <a:buClr>
                <a:srgbClr val="F7931E"/>
              </a:buClr>
              <a:buBlip>
                <a:blip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</a:buBlip>
              <a:defRPr/>
            </a:pPr>
            <a:r>
              <a:rPr lang="en-GB" sz="850" b="1" dirty="0">
                <a:solidFill>
                  <a:schemeClr val="accent1">
                    <a:lumMod val="50000"/>
                  </a:schemeClr>
                </a:solidFill>
                <a:uFill>
                  <a:solidFill>
                    <a:srgbClr val="000000"/>
                  </a:solidFill>
                </a:uFill>
                <a:ea typeface="Arial Unicode MS" panose="020B0604020202020204" pitchFamily="34" charset="-128"/>
              </a:rPr>
              <a:t>{{ENGAGEMENT_3_COMPANY}} </a:t>
            </a:r>
            <a:r>
              <a:rPr lang="en-GB" sz="850" dirty="0">
                <a:solidFill>
                  <a:schemeClr val="accent1">
                    <a:lumMod val="50000"/>
                  </a:schemeClr>
                </a:solidFill>
                <a:uFill>
                  <a:solidFill>
                    <a:srgbClr val="000000"/>
                  </a:solidFill>
                </a:uFill>
                <a:ea typeface="Arial Unicode MS" panose="020B0604020202020204" pitchFamily="34" charset="-128"/>
              </a:rPr>
              <a:t>– {{ENGAGEMENT_3_DETAIL}}</a:t>
            </a:r>
          </a:p>
          <a:p>
            <a:pPr marL="171450" indent="-171450">
              <a:lnSpc>
                <a:spcPct val="120000"/>
              </a:lnSpc>
              <a:spcAft>
                <a:spcPts val="600"/>
              </a:spcAft>
              <a:buClr>
                <a:srgbClr val="F7931E"/>
              </a:buClr>
              <a:buBlip>
                <a:blip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</a:buBlip>
              <a:defRPr/>
            </a:pPr>
            <a:r>
              <a:rPr lang="en-GB" sz="850" b="1" dirty="0">
                <a:solidFill>
                  <a:schemeClr val="accent1">
                    <a:lumMod val="50000"/>
                  </a:schemeClr>
                </a:solidFill>
                <a:uFill>
                  <a:solidFill>
                    <a:srgbClr val="000000"/>
                  </a:solidFill>
                </a:uFill>
                <a:ea typeface="Arial Unicode MS" panose="020B0604020202020204" pitchFamily="34" charset="-128"/>
              </a:rPr>
              <a:t>{{ENGAGEMENT_4_COMPANY}} </a:t>
            </a:r>
            <a:r>
              <a:rPr lang="en-GB" sz="850" dirty="0">
                <a:solidFill>
                  <a:schemeClr val="accent1">
                    <a:lumMod val="50000"/>
                  </a:schemeClr>
                </a:solidFill>
                <a:uFill>
                  <a:solidFill>
                    <a:srgbClr val="000000"/>
                  </a:solidFill>
                </a:uFill>
                <a:ea typeface="Arial Unicode MS" panose="020B0604020202020204" pitchFamily="34" charset="-128"/>
              </a:rPr>
              <a:t>– {{ENGAGEMENT_4_DETAIL}}</a:t>
            </a:r>
          </a:p>
          <a:p>
            <a:pPr lvl="0">
              <a:lnSpc>
                <a:spcPct val="120000"/>
              </a:lnSpc>
              <a:spcAft>
                <a:spcPts val="600"/>
              </a:spcAft>
              <a:buClr>
                <a:srgbClr val="F7931E"/>
              </a:buClr>
              <a:defRPr/>
            </a:pPr>
            <a:endParaRPr lang="en-GB" sz="850" dirty="0">
              <a:solidFill>
                <a:schemeClr val="accent1">
                  <a:lumMod val="50000"/>
                </a:schemeClr>
              </a:solidFill>
              <a:uFill>
                <a:solidFill>
                  <a:srgbClr val="000000"/>
                </a:solidFill>
              </a:uFill>
              <a:ea typeface="Arial Unicode MS" panose="020B0604020202020204" pitchFamily="34" charset="-128"/>
            </a:endParaRPr>
          </a:p>
        </p:txBody>
      </p:sp>
      <p:sp>
        <p:nvSpPr>
          <p:cNvPr id="9" name="Google Shape;36;p1">
            <a:extLst>
              <a:ext uri="{FF2B5EF4-FFF2-40B4-BE49-F238E27FC236}">
                <a16:creationId xmlns:a16="http://schemas.microsoft.com/office/drawing/2014/main" id="{B0DE083E-76AB-241A-9958-00D8FAC5E105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9227147" y="2368768"/>
            <a:ext cx="2208606" cy="38549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 fontScale="100000" lnSpcReduction="0"/>
          </a:bodyPr>
          <a:lstStyle/>
          <a:p>
            <a:pPr>
              <a:lnSpc>
                <a:spcPct val="120000"/>
              </a:lnSpc>
              <a:spcAft>
                <a:spcPts val="900"/>
              </a:spcAft>
            </a:pPr>
            <a:r>
              <a:rPr lang="en-GB" sz="1000" dirty="0">
                <a:solidFill>
                  <a:schemeClr val="accent1">
                    <a:lumMod val="50000"/>
                  </a:schemeClr>
                </a:solidFill>
                <a:uFill>
                  <a:solidFill>
                    <a:srgbClr val="000000"/>
                  </a:solidFill>
                </a:uFill>
                <a:ea typeface="Arial Unicode MS" panose="020B0604020202020204" pitchFamily="34" charset="-128"/>
                <a:cs typeface="Arial Unicode MS" panose="020B0604020202020204" pitchFamily="34" charset="-128"/>
              </a:rPr>
              <a:t>{{EXPERIENCE_PARA_1}}</a:t>
            </a:r>
          </a:p>
          <a:p>
            <a:pPr>
              <a:lnSpc>
                <a:spcPct val="120000"/>
              </a:lnSpc>
              <a:spcAft>
                <a:spcPts val="900"/>
              </a:spcAft>
            </a:pPr>
            <a:r>
              <a:rPr lang="en-GB" sz="1000" dirty="0">
                <a:solidFill>
                  <a:schemeClr val="accent1">
                    <a:lumMod val="50000"/>
                  </a:schemeClr>
                </a:solidFill>
                <a:uFill>
                  <a:solidFill>
                    <a:srgbClr val="000000"/>
                  </a:solidFill>
                </a:uFill>
                <a:ea typeface="Arial Unicode MS" panose="020B0604020202020204" pitchFamily="34" charset="-128"/>
                <a:cs typeface="Arial Unicode MS" panose="020B0604020202020204" pitchFamily="34" charset="-128"/>
              </a:rPr>
              <a:t>{{EXPERIENCE_PARA_2}}</a:t>
            </a:r>
            <a:r>
              <a:rPr lang="en-GB" sz="1000" dirty="0">
                <a:solidFill>
                  <a:schemeClr val="accent1">
                    <a:lumMod val="50000"/>
                  </a:schemeClr>
                </a:solidFill>
                <a:uFill>
                  <a:solidFill>
                    <a:srgbClr val="000000"/>
                  </a:solidFill>
                </a:uFill>
                <a:ea typeface="Arial" panose="020B0604020202020204" pitchFamily="34" charset="0"/>
                <a:cs typeface="Arial Unicode MS" panose="020B0604020202020204" pitchFamily="34" charset="-128"/>
              </a:rPr>
              <a:t> </a:t>
            </a:r>
            <a:endParaRPr lang="en-GB" sz="1000" dirty="0">
              <a:solidFill>
                <a:schemeClr val="accent1">
                  <a:lumMod val="50000"/>
                </a:schemeClr>
              </a:solidFill>
              <a:uFill>
                <a:solidFill>
                  <a:srgbClr val="000000"/>
                </a:solidFill>
              </a:uFill>
              <a:ea typeface="Arial Unicode MS" panose="020B0604020202020204" pitchFamily="34" charset="-128"/>
              <a:cs typeface="Arial Unicode MS" panose="020B0604020202020204" pitchFamily="34" charset="-128"/>
            </a:endParaRPr>
          </a:p>
          <a:p>
            <a:pPr>
              <a:lnSpc>
                <a:spcPct val="120000"/>
              </a:lnSpc>
              <a:spcAft>
                <a:spcPts val="900"/>
              </a:spcAft>
            </a:pPr>
            <a:r>
              <a:rPr lang="en-GB" sz="1000" dirty="0">
                <a:solidFill>
                  <a:schemeClr val="accent1">
                    <a:lumMod val="50000"/>
                  </a:schemeClr>
                </a:solidFill>
                <a:uFill>
                  <a:solidFill>
                    <a:srgbClr val="000000"/>
                  </a:solidFill>
                </a:uFill>
                <a:ea typeface="Arial Unicode MS" panose="020B0604020202020204" pitchFamily="34" charset="-128"/>
                <a:cs typeface="Arial Unicode MS" panose="020B0604020202020204" pitchFamily="34" charset="-128"/>
              </a:rPr>
              <a:t>{{EXPERIENCE_PARA_3}}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59B6EC9-8DF3-C858-5D94-A6FD925E3D91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516759" y="563201"/>
            <a:ext cx="4113753" cy="419443"/>
          </a:xfrm>
          <a:prstGeom prst="rect">
            <a:avLst/>
          </a:prstGeom>
          <a:noFill/>
        </p:spPr>
        <p:txBody>
          <a:bodyPr wrap="square" lIns="0" tIns="0" rIns="0" bIns="0" rtlCol="0" anchor="t" anchorCtr="0">
            <a:norm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aleway" pitchFamily="2" charset="77"/>
                <a:ea typeface="+mn-ea"/>
                <a:cs typeface="Algerian" panose="020F0502020204030204" pitchFamily="34" charset="0"/>
              </a:rPr>
              <a:t>Advisory Profile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423C360-BFCE-E6F0-3D81-21DFAFED819C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756247" y="3724418"/>
            <a:ext cx="2241802" cy="1913278"/>
          </a:xfrm>
          <a:prstGeom prst="rect">
            <a:avLst/>
          </a:prstGeom>
          <a:noFill/>
        </p:spPr>
        <p:txBody>
          <a:bodyPr wrap="square" lIns="0" tIns="0" rIns="0" bIns="0" rtlCol="0">
            <a:normAutofit fontScale="95238" lnSpcReduction="0"/>
          </a:bodyPr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000" b="0" i="0" u="none" strike="noStrike" kern="1200" cap="none" spc="0" normalizeH="0" baseline="0" noProof="0" dirty="0">
                <a:ln>
                  <a:noFill/>
                </a:ln>
                <a:solidFill>
                  <a:schemeClr val="accent1">
                    <a:lumMod val="50000"/>
                  </a:schemeClr>
                </a:solidFill>
                <a:effectLst/>
                <a:uLnTx/>
                <a:uFillTx/>
                <a:latin typeface="Raleway" pitchFamily="2" charset="77"/>
                <a:ea typeface="+mn-ea"/>
                <a:cs typeface="Algerian" panose="020F0502020204030204" pitchFamily="34" charset="0"/>
              </a:rPr>
              <a:t>{{EMAIL}}</a:t>
            </a:r>
          </a:p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000" b="0" i="0" u="none" strike="noStrike" kern="1200" cap="none" spc="0" normalizeH="0" baseline="0" noProof="0" dirty="0">
                <a:ln>
                  <a:noFill/>
                </a:ln>
                <a:solidFill>
                  <a:schemeClr val="accent1">
                    <a:lumMod val="50000"/>
                  </a:schemeClr>
                </a:solidFill>
                <a:effectLst/>
                <a:uLnTx/>
                <a:uFillTx/>
                <a:latin typeface="Raleway" pitchFamily="2" charset="77"/>
                <a:ea typeface="+mn-ea"/>
                <a:cs typeface="Algerian" panose="020F0502020204030204" pitchFamily="34" charset="0"/>
              </a:rPr>
              <a:t>{{PHONE}} </a:t>
            </a:r>
          </a:p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000" b="1" i="0" u="none" strike="noStrike" kern="1200" cap="none" spc="0" normalizeH="0" baseline="0" noProof="0" dirty="0">
                <a:ln>
                  <a:noFill/>
                </a:ln>
                <a:solidFill>
                  <a:schemeClr val="accent1">
                    <a:lumMod val="50000"/>
                  </a:schemeClr>
                </a:solidFill>
                <a:effectLst/>
                <a:uLnTx/>
                <a:uFillTx/>
                <a:latin typeface="Raleway" pitchFamily="2" charset="77"/>
                <a:ea typeface="+mn-ea"/>
                <a:cs typeface="Algerian" panose="020F0502020204030204" pitchFamily="34" charset="0"/>
              </a:rPr>
              <a:t>Technical Skills: </a:t>
            </a:r>
          </a:p>
          <a:p>
            <a:pPr marL="171450" marR="0" lvl="0" indent="-17145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27C3F3"/>
              </a:buClr>
              <a:buSzTx/>
              <a:buFontTx/>
              <a:buBlip>
                <a:blip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</a:buBlip>
              <a:tabLst/>
              <a:defRPr/>
            </a:pPr>
            <a:r>
              <a:rPr lang="en-GB" sz="1000" dirty="0">
                <a:solidFill>
                  <a:schemeClr val="accent1">
                    <a:lumMod val="50000"/>
                  </a:schemeClr>
                </a:solidFill>
                <a:latin typeface="Raleway" pitchFamily="2" charset="77"/>
                <a:cs typeface="Algerian" panose="020F0502020204030204" pitchFamily="34" charset="0"/>
              </a:rPr>
              <a:t>{{SKILL_1}}</a:t>
            </a:r>
          </a:p>
          <a:p>
            <a:pPr marL="171450" marR="0" lvl="0" indent="-17145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27C3F3"/>
              </a:buClr>
              <a:buSzTx/>
              <a:buFontTx/>
              <a:buBlip>
                <a:blip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</a:buBlip>
              <a:tabLst/>
              <a:defRPr/>
            </a:pPr>
            <a:r>
              <a:rPr kumimoji="0" lang="en-GB" sz="1000" b="0" i="0" u="none" strike="noStrike" kern="1200" cap="none" spc="0" normalizeH="0" baseline="0" noProof="0" dirty="0">
                <a:ln>
                  <a:noFill/>
                </a:ln>
                <a:solidFill>
                  <a:schemeClr val="accent1">
                    <a:lumMod val="50000"/>
                  </a:schemeClr>
                </a:solidFill>
                <a:effectLst/>
                <a:uLnTx/>
                <a:uFillTx/>
                <a:latin typeface="Raleway" pitchFamily="2" charset="77"/>
                <a:ea typeface="+mn-ea"/>
                <a:cs typeface="Algerian" panose="020F0502020204030204" pitchFamily="34" charset="0"/>
              </a:rPr>
              <a:t>{{SKILL_2}}</a:t>
            </a:r>
          </a:p>
          <a:p>
            <a:pPr marL="171450" marR="0" lvl="0" indent="-17145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27C3F3"/>
              </a:buClr>
              <a:buSzTx/>
              <a:buFontTx/>
              <a:buBlip>
                <a:blip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</a:buBlip>
              <a:tabLst/>
              <a:defRPr/>
            </a:pPr>
            <a:r>
              <a:rPr lang="en-GB" sz="1000" dirty="0">
                <a:solidFill>
                  <a:schemeClr val="accent1">
                    <a:lumMod val="50000"/>
                  </a:schemeClr>
                </a:solidFill>
                <a:latin typeface="Raleway" pitchFamily="2" charset="77"/>
                <a:cs typeface="Algerian" panose="020F0502020204030204" pitchFamily="34" charset="0"/>
              </a:rPr>
              <a:t>{{SKILL_3}}</a:t>
            </a:r>
            <a:endParaRPr kumimoji="0" lang="en-GB" sz="1000" b="0" i="0" u="none" strike="noStrike" kern="1200" cap="none" spc="0" normalizeH="0" baseline="0" noProof="0" dirty="0">
              <a:ln>
                <a:noFill/>
              </a:ln>
              <a:solidFill>
                <a:schemeClr val="accent1">
                  <a:lumMod val="50000"/>
                </a:schemeClr>
              </a:solidFill>
              <a:effectLst/>
              <a:uLnTx/>
              <a:uFillTx/>
              <a:latin typeface="Raleway" pitchFamily="2" charset="77"/>
              <a:ea typeface="+mn-ea"/>
              <a:cs typeface="Algerian" panose="020F0502020204030204" pitchFamily="3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000" b="1" i="0" u="none" strike="noStrike" kern="1200" cap="none" spc="0" normalizeH="0" baseline="0" noProof="0" dirty="0">
                <a:ln>
                  <a:noFill/>
                </a:ln>
                <a:solidFill>
                  <a:schemeClr val="accent1">
                    <a:lumMod val="50000"/>
                  </a:schemeClr>
                </a:solidFill>
                <a:effectLst/>
                <a:uLnTx/>
                <a:uFillTx/>
                <a:latin typeface="Raleway" pitchFamily="2" charset="77"/>
                <a:ea typeface="+mn-ea"/>
                <a:cs typeface="Algerian" panose="020F0502020204030204" pitchFamily="34" charset="0"/>
              </a:rPr>
              <a:t>Qualifications: </a:t>
            </a:r>
          </a:p>
          <a:p>
            <a:pPr marL="171450" marR="0" lvl="0" indent="-17145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1050" b="0" i="0" u="none" strike="noStrike" kern="1200" cap="none" spc="0" normalizeH="0" baseline="0" noProof="0" dirty="0">
                <a:ln>
                  <a:noFill/>
                </a:ln>
                <a:solidFill>
                  <a:schemeClr val="accent1">
                    <a:lumMod val="50000"/>
                  </a:schemeClr>
                </a:solidFill>
                <a:effectLst/>
                <a:uLnTx/>
                <a:uFillTx/>
                <a:latin typeface="Raleway" pitchFamily="2" charset="77"/>
                <a:ea typeface="+mn-ea"/>
                <a:cs typeface="Algerian" panose="020F0502020204030204" pitchFamily="34" charset="0"/>
              </a:rPr>
              <a:t>{{QUAL_1}}</a:t>
            </a:r>
          </a:p>
          <a:p>
            <a:pPr marL="171450" marR="0" lvl="0" indent="-17145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GB" sz="1050" b="0" i="0" u="none" strike="noStrike" kern="1200" cap="none" spc="0" normalizeH="0" baseline="0" noProof="0" dirty="0">
                <a:ln>
                  <a:noFill/>
                </a:ln>
                <a:solidFill>
                  <a:schemeClr val="accent1">
                    <a:lumMod val="50000"/>
                  </a:schemeClr>
                </a:solidFill>
                <a:effectLst/>
                <a:uLnTx/>
                <a:uFillTx/>
                <a:latin typeface="Raleway" pitchFamily="2" charset="77"/>
                <a:ea typeface="+mn-ea"/>
                <a:cs typeface="Algerian" panose="020F0502020204030204" pitchFamily="34" charset="0"/>
              </a:rPr>
              <a:t>{{QUAL_2}}</a:t>
            </a:r>
          </a:p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050" b="1" i="0" u="none" strike="noStrike" kern="1200" cap="none" spc="0" normalizeH="0" baseline="0" noProof="0" dirty="0">
              <a:ln>
                <a:noFill/>
              </a:ln>
              <a:solidFill>
                <a:schemeClr val="accent1">
                  <a:lumMod val="50000"/>
                </a:schemeClr>
              </a:solidFill>
              <a:effectLst/>
              <a:uLnTx/>
              <a:uFillTx/>
              <a:latin typeface="Raleway" pitchFamily="2" charset="77"/>
              <a:ea typeface="+mn-ea"/>
              <a:cs typeface="Algerian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70752689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S_SHAPE_LOCK" val="TRU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S_SHAPE_LOCK" val="TRUE"/>
</p:tagLst>
</file>

<file path=ppt/theme/theme1.xml><?xml version="1.0" encoding="utf-8"?>
<a:theme xmlns:a="http://schemas.openxmlformats.org/drawingml/2006/main" name="SH">
  <a:themeElements>
    <a:clrScheme name="Sheffield Haworth">
      <a:dk1>
        <a:srgbClr val="222229"/>
      </a:dk1>
      <a:lt1>
        <a:srgbClr val="FFFFFF"/>
      </a:lt1>
      <a:dk2>
        <a:srgbClr val="2C2E82"/>
      </a:dk2>
      <a:lt2>
        <a:srgbClr val="F2F2F2"/>
      </a:lt2>
      <a:accent1>
        <a:srgbClr val="2C2F82"/>
      </a:accent1>
      <a:accent2>
        <a:srgbClr val="27C3F3"/>
      </a:accent2>
      <a:accent3>
        <a:srgbClr val="00798E"/>
      </a:accent3>
      <a:accent4>
        <a:srgbClr val="4D2DCF"/>
      </a:accent4>
      <a:accent5>
        <a:srgbClr val="8771E0"/>
      </a:accent5>
      <a:accent6>
        <a:srgbClr val="F2F2F2"/>
      </a:accent6>
      <a:hlink>
        <a:srgbClr val="4D2DCF"/>
      </a:hlink>
      <a:folHlink>
        <a:srgbClr val="FFFFFF"/>
      </a:folHlink>
    </a:clrScheme>
    <a:fontScheme name="SH">
      <a:majorFont>
        <a:latin typeface="Raleway"/>
        <a:ea typeface=""/>
        <a:cs typeface=""/>
      </a:majorFont>
      <a:minorFont>
        <a:latin typeface="Raleway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lIns="0" tIns="0" rIns="0" bIns="0" rtlCol="0">
        <a:noAutofit/>
      </a:bodyPr>
      <a:lstStyle>
        <a:defPPr algn="l">
          <a:lnSpc>
            <a:spcPct val="100000"/>
          </a:lnSpc>
          <a:spcBef>
            <a:spcPts val="0"/>
          </a:spcBef>
          <a:spcAft>
            <a:spcPts val="0"/>
          </a:spcAft>
          <a:defRPr b="0" i="0" dirty="0" smtClean="0">
            <a:solidFill>
              <a:srgbClr val="FFFFFF"/>
            </a:solidFill>
            <a:effectLst/>
            <a:latin typeface="Raleway" pitchFamily="2" charset="77"/>
            <a:cs typeface="Algerian" panose="020F0502020204030204" pitchFamily="34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SH" id="{C408DEA9-61A8-A84A-8D2C-1D4CC1DAA581}" vid="{B105B99D-E812-5C4C-B489-DB1217BE7567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87FFB6FF68DCC84EAE8C450D4F92DBA7" ma:contentTypeVersion="23" ma:contentTypeDescription="Create a new document." ma:contentTypeScope="" ma:versionID="caab023a7fb5c222ed58ca0ceeefc38e">
  <xsd:schema xmlns:xsd="http://www.w3.org/2001/XMLSchema" xmlns:xs="http://www.w3.org/2001/XMLSchema" xmlns:p="http://schemas.microsoft.com/office/2006/metadata/properties" xmlns:ns2="8fe6d124-157e-4db3-accf-90154e53f67d" xmlns:ns3="0aa8f75c-e048-48b3-a198-a76b6066dc3e" targetNamespace="http://schemas.microsoft.com/office/2006/metadata/properties" ma:root="true" ma:fieldsID="1df5c284c74c0923247d0c8b39fa6ac5" ns2:_="" ns3:_="">
    <xsd:import namespace="8fe6d124-157e-4db3-accf-90154e53f67d"/>
    <xsd:import namespace="0aa8f75c-e048-48b3-a198-a76b6066dc3e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2:LastSharedByUser" minOccurs="0"/>
                <xsd:element ref="ns2:LastSharedByTime" minOccurs="0"/>
                <xsd:element ref="ns3:MediaServiceMetadata" minOccurs="0"/>
                <xsd:element ref="ns3:MediaServiceFastMetadata" minOccurs="0"/>
                <xsd:element ref="ns3:MediaServiceAutoTags" minOccurs="0"/>
                <xsd:element ref="ns3:MediaServiceDateTaken" minOccurs="0"/>
                <xsd:element ref="ns3:MediaServiceOCR" minOccurs="0"/>
                <xsd:element ref="ns3:MediaServiceLocation" minOccurs="0"/>
                <xsd:element ref="ns3:MediaServiceGenerationTime" minOccurs="0"/>
                <xsd:element ref="ns3:MediaServiceEventHashCode" minOccurs="0"/>
                <xsd:element ref="ns3:MediaServiceAutoKeyPoints" minOccurs="0"/>
                <xsd:element ref="ns3:MediaServiceKeyPoints" minOccurs="0"/>
                <xsd:element ref="ns3:lcf76f155ced4ddcb4097134ff3c332f" minOccurs="0"/>
                <xsd:element ref="ns2:TaxCatchAll" minOccurs="0"/>
                <xsd:element ref="ns3:MediaServiceObjectDetectorVersions" minOccurs="0"/>
                <xsd:element ref="ns3:MediaServiceSearchProperties" minOccurs="0"/>
                <xsd:element ref="ns3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fe6d124-157e-4db3-accf-90154e53f67d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Shared With" ma:description="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Shared With Details" ma:description="" ma:internalName="SharedWithDetails" ma:readOnly="true">
      <xsd:simpleType>
        <xsd:restriction base="dms:Note">
          <xsd:maxLength value="255"/>
        </xsd:restriction>
      </xsd:simpleType>
    </xsd:element>
    <xsd:element name="LastSharedByUser" ma:index="10" nillable="true" ma:displayName="Last Shared By User" ma:description="" ma:internalName="LastSharedByUser" ma:readOnly="true">
      <xsd:simpleType>
        <xsd:restriction base="dms:Note">
          <xsd:maxLength value="255"/>
        </xsd:restriction>
      </xsd:simpleType>
    </xsd:element>
    <xsd:element name="LastSharedByTime" ma:index="11" nillable="true" ma:displayName="Last Shared By Time" ma:description="" ma:internalName="LastSharedByTime" ma:readOnly="true">
      <xsd:simpleType>
        <xsd:restriction base="dms:DateTime"/>
      </xsd:simpleType>
    </xsd:element>
    <xsd:element name="TaxCatchAll" ma:index="24" nillable="true" ma:displayName="Taxonomy Catch All Column" ma:hidden="true" ma:list="{40df0fcf-db67-4e06-9d0f-dfbf04ac3be6}" ma:internalName="TaxCatchAll" ma:showField="CatchAllData" ma:web="8fe6d124-157e-4db3-accf-90154e53f67d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aa8f75c-e048-48b3-a198-a76b6066dc3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2" nillable="true" ma:displayName="MediaServiceMetadata" ma:description="" ma:hidden="true" ma:internalName="MediaServiceMetadata" ma:readOnly="true">
      <xsd:simpleType>
        <xsd:restriction base="dms:Note"/>
      </xsd:simpleType>
    </xsd:element>
    <xsd:element name="MediaServiceFastMetadata" ma:index="13" nillable="true" ma:displayName="MediaServiceFastMetadata" ma:description="" ma:hidden="true" ma:internalName="MediaServiceFastMetadata" ma:readOnly="true">
      <xsd:simpleType>
        <xsd:restriction base="dms:Note"/>
      </xsd:simpleType>
    </xsd:element>
    <xsd:element name="MediaServiceAutoTags" ma:index="14" nillable="true" ma:displayName="MediaServiceAutoTags" ma:description="" ma:internalName="MediaServiceAutoTags" ma:readOnly="true">
      <xsd:simpleType>
        <xsd:restriction base="dms:Text"/>
      </xsd:simpleType>
    </xsd:element>
    <xsd:element name="MediaServiceDateTaken" ma:index="15" nillable="true" ma:displayName="MediaServiceDateTaken" ma:hidden="true" ma:internalName="MediaServiceDateTaken" ma:readOnly="true">
      <xsd:simpleType>
        <xsd:restriction base="dms:Text"/>
      </xsd:simpleType>
    </xsd:element>
    <xsd:element name="MediaServiceOCR" ma:index="16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7" nillable="true" ma:displayName="Location" ma:internalName="MediaServiceLocation" ma:readOnly="true">
      <xsd:simpleType>
        <xsd:restriction base="dms:Text"/>
      </xsd:simpleType>
    </xsd:element>
    <xsd:element name="MediaServiceGenerationTime" ma:index="18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9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AutoKeyPoints" ma:index="2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2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lcf76f155ced4ddcb4097134ff3c332f" ma:index="23" nillable="true" ma:taxonomy="true" ma:internalName="lcf76f155ced4ddcb4097134ff3c332f" ma:taxonomyFieldName="MediaServiceImageTags" ma:displayName="Image Tags" ma:readOnly="false" ma:fieldId="{5cf76f15-5ced-4ddc-b409-7134ff3c332f}" ma:taxonomyMulti="true" ma:sspId="497af4df-0819-45cf-861e-f6122f4a94f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5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6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7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haredWithUsers xmlns="8fe6d124-157e-4db3-accf-90154e53f67d">
      <UserInfo>
        <DisplayName>Chris Kapsalis</DisplayName>
        <AccountId>83</AccountId>
        <AccountType/>
      </UserInfo>
      <UserInfo>
        <DisplayName>Adriaan Hugo</DisplayName>
        <AccountId>63</AccountId>
        <AccountType/>
      </UserInfo>
      <UserInfo>
        <DisplayName>Emily Clark</DisplayName>
        <AccountId>136</AccountId>
        <AccountType/>
      </UserInfo>
      <UserInfo>
        <DisplayName>Toby Enstone</DisplayName>
        <AccountId>87</AccountId>
        <AccountType/>
      </UserInfo>
    </SharedWithUsers>
    <TaxCatchAll xmlns="8fe6d124-157e-4db3-accf-90154e53f67d" xsi:nil="true"/>
    <lcf76f155ced4ddcb4097134ff3c332f xmlns="0aa8f75c-e048-48b3-a198-a76b6066dc3e">
      <Terms xmlns="http://schemas.microsoft.com/office/infopath/2007/PartnerControls"/>
    </lcf76f155ced4ddcb4097134ff3c332f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6717D46E-D190-494F-A114-924A2A0D19FF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8fe6d124-157e-4db3-accf-90154e53f67d"/>
    <ds:schemaRef ds:uri="0aa8f75c-e048-48b3-a198-a76b6066dc3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856BABFC-641A-49C3-9D13-499712C87DAF}">
  <ds:schemaRefs>
    <ds:schemaRef ds:uri="http://purl.org/dc/terms/"/>
    <ds:schemaRef ds:uri="http://www.w3.org/XML/1998/namespace"/>
    <ds:schemaRef ds:uri="http://schemas.microsoft.com/office/2006/documentManagement/types"/>
    <ds:schemaRef ds:uri="http://schemas.openxmlformats.org/package/2006/metadata/core-properties"/>
    <ds:schemaRef ds:uri="http://schemas.microsoft.com/office/2006/metadata/properties"/>
    <ds:schemaRef ds:uri="8fe6d124-157e-4db3-accf-90154e53f67d"/>
    <ds:schemaRef ds:uri="http://purl.org/dc/elements/1.1/"/>
    <ds:schemaRef ds:uri="http://schemas.microsoft.com/office/infopath/2007/PartnerControls"/>
    <ds:schemaRef ds:uri="0aa8f75c-e048-48b3-a198-a76b6066dc3e"/>
    <ds:schemaRef ds:uri="http://purl.org/dc/dcmitype/"/>
  </ds:schemaRefs>
</ds:datastoreItem>
</file>

<file path=customXml/itemProps3.xml><?xml version="1.0" encoding="utf-8"?>
<ds:datastoreItem xmlns:ds="http://schemas.openxmlformats.org/officeDocument/2006/customXml" ds:itemID="{2AEABEF3-214C-490F-9B30-301C49BB922A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688</Words>
  <Application>Microsoft Office PowerPoint</Application>
  <PresentationFormat>Widescreen</PresentationFormat>
  <Paragraphs>42</Paragraphs>
  <Slides>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11" baseType="lpstr">
      <vt:lpstr>Arial</vt:lpstr>
      <vt:lpstr>Arial Unicode MS</vt:lpstr>
      <vt:lpstr>Calibri</vt:lpstr>
      <vt:lpstr>Libre Franklin</vt:lpstr>
      <vt:lpstr>Raleway</vt:lpstr>
      <vt:lpstr>Raleway Black</vt:lpstr>
      <vt:lpstr>Raleway Light</vt:lpstr>
      <vt:lpstr>Raleway Medium</vt:lpstr>
      <vt:lpstr>SH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Maria Merkou</dc:creator>
  <cp:lastModifiedBy>Seal Llego</cp:lastModifiedBy>
  <cp:revision>7</cp:revision>
  <cp:lastPrinted>2024-09-05T12:07:17Z</cp:lastPrinted>
  <dcterms:created xsi:type="dcterms:W3CDTF">2023-08-14T16:03:23Z</dcterms:created>
  <dcterms:modified xsi:type="dcterms:W3CDTF">2026-07-14T13:05:09Z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0x01010087FFB6FF68DCC84EAE8C450D4F92DBA7</vt:lpwstr>
  </property>
  <property fmtid="{D5CDD505-2E9C-101B-9397-08002B2CF9AE}" pid="3" name="MediaServiceImageTags">
    <vt:lpwstr/>
  </property>
</Properties>
</file>